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77125" y="372560"/>
            <a:ext cx="13573760" cy="32689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675921" y="5607578"/>
            <a:ext cx="7612380" cy="4679950"/>
          </a:xfrm>
          <a:custGeom>
            <a:avLst/>
            <a:gdLst/>
            <a:ahLst/>
            <a:cxnLst/>
            <a:rect l="l" t="t" r="r" b="b"/>
            <a:pathLst>
              <a:path w="7612380" h="4679950">
                <a:moveTo>
                  <a:pt x="7612078" y="4679420"/>
                </a:moveTo>
                <a:lnTo>
                  <a:pt x="0" y="4679420"/>
                </a:lnTo>
                <a:lnTo>
                  <a:pt x="16715" y="4572000"/>
                </a:lnTo>
                <a:lnTo>
                  <a:pt x="57444" y="4572000"/>
                </a:lnTo>
                <a:lnTo>
                  <a:pt x="78406" y="4445000"/>
                </a:lnTo>
                <a:lnTo>
                  <a:pt x="99764" y="4445000"/>
                </a:lnTo>
                <a:lnTo>
                  <a:pt x="121517" y="4318000"/>
                </a:lnTo>
                <a:lnTo>
                  <a:pt x="166198" y="4318000"/>
                </a:lnTo>
                <a:lnTo>
                  <a:pt x="189122" y="4191000"/>
                </a:lnTo>
                <a:lnTo>
                  <a:pt x="212434" y="4191000"/>
                </a:lnTo>
                <a:lnTo>
                  <a:pt x="236130" y="4064000"/>
                </a:lnTo>
                <a:lnTo>
                  <a:pt x="284671" y="4064000"/>
                </a:lnTo>
                <a:lnTo>
                  <a:pt x="309511" y="3937000"/>
                </a:lnTo>
                <a:lnTo>
                  <a:pt x="334729" y="3937000"/>
                </a:lnTo>
                <a:lnTo>
                  <a:pt x="360323" y="3810000"/>
                </a:lnTo>
                <a:lnTo>
                  <a:pt x="412630" y="3810000"/>
                </a:lnTo>
                <a:lnTo>
                  <a:pt x="439340" y="3683000"/>
                </a:lnTo>
                <a:lnTo>
                  <a:pt x="466418" y="3683000"/>
                </a:lnTo>
                <a:lnTo>
                  <a:pt x="493862" y="3556000"/>
                </a:lnTo>
                <a:lnTo>
                  <a:pt x="549843" y="3556000"/>
                </a:lnTo>
                <a:lnTo>
                  <a:pt x="578375" y="3429000"/>
                </a:lnTo>
                <a:lnTo>
                  <a:pt x="636516" y="3429000"/>
                </a:lnTo>
                <a:lnTo>
                  <a:pt x="666119" y="3302000"/>
                </a:lnTo>
                <a:lnTo>
                  <a:pt x="696077" y="3302000"/>
                </a:lnTo>
                <a:lnTo>
                  <a:pt x="726386" y="3175000"/>
                </a:lnTo>
                <a:lnTo>
                  <a:pt x="788051" y="3175000"/>
                </a:lnTo>
                <a:lnTo>
                  <a:pt x="819403" y="3048000"/>
                </a:lnTo>
                <a:lnTo>
                  <a:pt x="883138" y="3048000"/>
                </a:lnTo>
                <a:lnTo>
                  <a:pt x="915517" y="2921000"/>
                </a:lnTo>
                <a:lnTo>
                  <a:pt x="981289" y="2921000"/>
                </a:lnTo>
                <a:lnTo>
                  <a:pt x="1014678" y="2794000"/>
                </a:lnTo>
                <a:lnTo>
                  <a:pt x="1082453" y="2794000"/>
                </a:lnTo>
                <a:lnTo>
                  <a:pt x="1116835" y="2667000"/>
                </a:lnTo>
                <a:lnTo>
                  <a:pt x="1186579" y="2667000"/>
                </a:lnTo>
                <a:lnTo>
                  <a:pt x="1221938" y="2540000"/>
                </a:lnTo>
                <a:lnTo>
                  <a:pt x="1293619" y="2540000"/>
                </a:lnTo>
                <a:lnTo>
                  <a:pt x="1329937" y="2413000"/>
                </a:lnTo>
                <a:lnTo>
                  <a:pt x="1403521" y="2413000"/>
                </a:lnTo>
                <a:lnTo>
                  <a:pt x="1440782" y="2286000"/>
                </a:lnTo>
                <a:lnTo>
                  <a:pt x="1516235" y="2286000"/>
                </a:lnTo>
                <a:lnTo>
                  <a:pt x="1554423" y="2159000"/>
                </a:lnTo>
                <a:lnTo>
                  <a:pt x="1631711" y="2159000"/>
                </a:lnTo>
                <a:lnTo>
                  <a:pt x="1670809" y="2032000"/>
                </a:lnTo>
                <a:lnTo>
                  <a:pt x="1749899" y="2032000"/>
                </a:lnTo>
                <a:lnTo>
                  <a:pt x="1789889" y="1905000"/>
                </a:lnTo>
                <a:lnTo>
                  <a:pt x="1911615" y="1905000"/>
                </a:lnTo>
                <a:lnTo>
                  <a:pt x="1952769" y="1778000"/>
                </a:lnTo>
                <a:lnTo>
                  <a:pt x="2035935" y="1778000"/>
                </a:lnTo>
                <a:lnTo>
                  <a:pt x="2077943" y="1651000"/>
                </a:lnTo>
                <a:lnTo>
                  <a:pt x="2205644" y="1651000"/>
                </a:lnTo>
                <a:lnTo>
                  <a:pt x="2248764" y="1524000"/>
                </a:lnTo>
                <a:lnTo>
                  <a:pt x="2335823" y="1524000"/>
                </a:lnTo>
                <a:lnTo>
                  <a:pt x="2379758" y="1397000"/>
                </a:lnTo>
                <a:lnTo>
                  <a:pt x="2513161" y="1397000"/>
                </a:lnTo>
                <a:lnTo>
                  <a:pt x="2558156" y="1270000"/>
                </a:lnTo>
                <a:lnTo>
                  <a:pt x="2694695" y="1270000"/>
                </a:lnTo>
                <a:lnTo>
                  <a:pt x="2740721" y="1143000"/>
                </a:lnTo>
                <a:lnTo>
                  <a:pt x="2880306" y="1143000"/>
                </a:lnTo>
                <a:lnTo>
                  <a:pt x="2927332" y="1016000"/>
                </a:lnTo>
                <a:lnTo>
                  <a:pt x="3069875" y="1016000"/>
                </a:lnTo>
                <a:lnTo>
                  <a:pt x="3117871" y="889000"/>
                </a:lnTo>
                <a:lnTo>
                  <a:pt x="3312219" y="889000"/>
                </a:lnTo>
                <a:lnTo>
                  <a:pt x="3361387" y="762000"/>
                </a:lnTo>
                <a:lnTo>
                  <a:pt x="3560329" y="762000"/>
                </a:lnTo>
                <a:lnTo>
                  <a:pt x="3610622" y="635000"/>
                </a:lnTo>
                <a:lnTo>
                  <a:pt x="3813971" y="635000"/>
                </a:lnTo>
                <a:lnTo>
                  <a:pt x="3865343" y="508000"/>
                </a:lnTo>
                <a:lnTo>
                  <a:pt x="4125318" y="508000"/>
                </a:lnTo>
                <a:lnTo>
                  <a:pt x="4177923" y="381000"/>
                </a:lnTo>
                <a:lnTo>
                  <a:pt x="4497665" y="381000"/>
                </a:lnTo>
                <a:lnTo>
                  <a:pt x="4551624" y="254000"/>
                </a:lnTo>
                <a:lnTo>
                  <a:pt x="4934437" y="254000"/>
                </a:lnTo>
                <a:lnTo>
                  <a:pt x="4989831" y="127000"/>
                </a:lnTo>
                <a:lnTo>
                  <a:pt x="5495853" y="127000"/>
                </a:lnTo>
                <a:lnTo>
                  <a:pt x="5552875" y="0"/>
                </a:lnTo>
                <a:lnTo>
                  <a:pt x="7612078" y="0"/>
                </a:lnTo>
                <a:lnTo>
                  <a:pt x="7612078" y="4679420"/>
                </a:lnTo>
                <a:close/>
              </a:path>
            </a:pathLst>
          </a:custGeom>
          <a:solidFill>
            <a:srgbClr val="D6E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283983" y="0"/>
            <a:ext cx="6004560" cy="7186930"/>
          </a:xfrm>
          <a:custGeom>
            <a:avLst/>
            <a:gdLst/>
            <a:ahLst/>
            <a:cxnLst/>
            <a:rect l="l" t="t" r="r" b="b"/>
            <a:pathLst>
              <a:path w="6004559" h="7186930">
                <a:moveTo>
                  <a:pt x="6004015" y="7186715"/>
                </a:moveTo>
                <a:lnTo>
                  <a:pt x="5343791" y="7186715"/>
                </a:lnTo>
                <a:lnTo>
                  <a:pt x="5296028" y="7174015"/>
                </a:lnTo>
                <a:lnTo>
                  <a:pt x="5153390" y="7174015"/>
                </a:lnTo>
                <a:lnTo>
                  <a:pt x="5106066" y="7161315"/>
                </a:lnTo>
                <a:lnTo>
                  <a:pt x="5058857" y="7161315"/>
                </a:lnTo>
                <a:lnTo>
                  <a:pt x="5011763" y="7148615"/>
                </a:lnTo>
                <a:lnTo>
                  <a:pt x="4964786" y="7148615"/>
                </a:lnTo>
                <a:lnTo>
                  <a:pt x="4917928" y="7135915"/>
                </a:lnTo>
                <a:lnTo>
                  <a:pt x="4871190" y="7135915"/>
                </a:lnTo>
                <a:lnTo>
                  <a:pt x="4824574" y="7123215"/>
                </a:lnTo>
                <a:lnTo>
                  <a:pt x="4778082" y="7123215"/>
                </a:lnTo>
                <a:lnTo>
                  <a:pt x="4731715" y="7110515"/>
                </a:lnTo>
                <a:lnTo>
                  <a:pt x="4685474" y="7110515"/>
                </a:lnTo>
                <a:lnTo>
                  <a:pt x="4593380" y="7085115"/>
                </a:lnTo>
                <a:lnTo>
                  <a:pt x="4547529" y="7085115"/>
                </a:lnTo>
                <a:lnTo>
                  <a:pt x="4365475" y="7034315"/>
                </a:lnTo>
                <a:lnTo>
                  <a:pt x="4320306" y="7034315"/>
                </a:lnTo>
                <a:lnTo>
                  <a:pt x="3920331" y="6920015"/>
                </a:lnTo>
                <a:lnTo>
                  <a:pt x="3876646" y="6894615"/>
                </a:lnTo>
                <a:lnTo>
                  <a:pt x="3703494" y="6843815"/>
                </a:lnTo>
                <a:lnTo>
                  <a:pt x="3660611" y="6818415"/>
                </a:lnTo>
                <a:lnTo>
                  <a:pt x="3575341" y="6793015"/>
                </a:lnTo>
                <a:lnTo>
                  <a:pt x="3532959" y="6767615"/>
                </a:lnTo>
                <a:lnTo>
                  <a:pt x="3448705" y="6742215"/>
                </a:lnTo>
                <a:lnTo>
                  <a:pt x="3406837" y="6716815"/>
                </a:lnTo>
                <a:lnTo>
                  <a:pt x="3365144" y="6704115"/>
                </a:lnTo>
                <a:lnTo>
                  <a:pt x="3323627" y="6678715"/>
                </a:lnTo>
                <a:lnTo>
                  <a:pt x="3282288" y="6666015"/>
                </a:lnTo>
                <a:lnTo>
                  <a:pt x="3241129" y="6640615"/>
                </a:lnTo>
                <a:lnTo>
                  <a:pt x="3200151" y="6627915"/>
                </a:lnTo>
                <a:lnTo>
                  <a:pt x="3159356" y="6602515"/>
                </a:lnTo>
                <a:lnTo>
                  <a:pt x="3118745" y="6589815"/>
                </a:lnTo>
                <a:lnTo>
                  <a:pt x="3038084" y="6539015"/>
                </a:lnTo>
                <a:lnTo>
                  <a:pt x="2998036" y="6526315"/>
                </a:lnTo>
                <a:lnTo>
                  <a:pt x="2879044" y="6450115"/>
                </a:lnTo>
                <a:lnTo>
                  <a:pt x="2839769" y="6437415"/>
                </a:lnTo>
                <a:lnTo>
                  <a:pt x="2646384" y="6310415"/>
                </a:lnTo>
                <a:lnTo>
                  <a:pt x="2608317" y="6285015"/>
                </a:lnTo>
                <a:lnTo>
                  <a:pt x="2570456" y="6272315"/>
                </a:lnTo>
                <a:lnTo>
                  <a:pt x="2384312" y="6145315"/>
                </a:lnTo>
                <a:lnTo>
                  <a:pt x="2347726" y="6107215"/>
                </a:lnTo>
                <a:lnTo>
                  <a:pt x="2203578" y="6005615"/>
                </a:lnTo>
                <a:lnTo>
                  <a:pt x="2132845" y="5954815"/>
                </a:lnTo>
                <a:lnTo>
                  <a:pt x="2097819" y="5916715"/>
                </a:lnTo>
                <a:lnTo>
                  <a:pt x="1994123" y="5840515"/>
                </a:lnTo>
                <a:lnTo>
                  <a:pt x="1960024" y="5802415"/>
                </a:lnTo>
                <a:lnTo>
                  <a:pt x="1892534" y="5751615"/>
                </a:lnTo>
                <a:lnTo>
                  <a:pt x="1859147" y="5713515"/>
                </a:lnTo>
                <a:lnTo>
                  <a:pt x="1826000" y="5688115"/>
                </a:lnTo>
                <a:lnTo>
                  <a:pt x="1793095" y="5650015"/>
                </a:lnTo>
                <a:lnTo>
                  <a:pt x="1760434" y="5624615"/>
                </a:lnTo>
                <a:lnTo>
                  <a:pt x="1728018" y="5586515"/>
                </a:lnTo>
                <a:lnTo>
                  <a:pt x="1695849" y="5561115"/>
                </a:lnTo>
                <a:lnTo>
                  <a:pt x="1663929" y="5523015"/>
                </a:lnTo>
                <a:lnTo>
                  <a:pt x="1632258" y="5497615"/>
                </a:lnTo>
                <a:lnTo>
                  <a:pt x="1600840" y="5459515"/>
                </a:lnTo>
                <a:lnTo>
                  <a:pt x="1569674" y="5434115"/>
                </a:lnTo>
                <a:lnTo>
                  <a:pt x="1538764" y="5396015"/>
                </a:lnTo>
                <a:lnTo>
                  <a:pt x="1508110" y="5370615"/>
                </a:lnTo>
                <a:lnTo>
                  <a:pt x="1477714" y="5332515"/>
                </a:lnTo>
                <a:lnTo>
                  <a:pt x="1447578" y="5294415"/>
                </a:lnTo>
                <a:lnTo>
                  <a:pt x="1417703" y="5269015"/>
                </a:lnTo>
                <a:lnTo>
                  <a:pt x="1388091" y="5230915"/>
                </a:lnTo>
                <a:lnTo>
                  <a:pt x="1358744" y="5192815"/>
                </a:lnTo>
                <a:lnTo>
                  <a:pt x="1329662" y="5167415"/>
                </a:lnTo>
                <a:lnTo>
                  <a:pt x="1300849" y="5129315"/>
                </a:lnTo>
                <a:lnTo>
                  <a:pt x="1272304" y="5091215"/>
                </a:lnTo>
                <a:lnTo>
                  <a:pt x="1244031" y="5065815"/>
                </a:lnTo>
                <a:lnTo>
                  <a:pt x="1216030" y="5027715"/>
                </a:lnTo>
                <a:lnTo>
                  <a:pt x="1188304" y="4989615"/>
                </a:lnTo>
                <a:lnTo>
                  <a:pt x="1160853" y="4951515"/>
                </a:lnTo>
                <a:lnTo>
                  <a:pt x="1133679" y="4913415"/>
                </a:lnTo>
                <a:lnTo>
                  <a:pt x="1106784" y="4888015"/>
                </a:lnTo>
                <a:lnTo>
                  <a:pt x="1080170" y="4849915"/>
                </a:lnTo>
                <a:lnTo>
                  <a:pt x="1053838" y="4811815"/>
                </a:lnTo>
                <a:lnTo>
                  <a:pt x="1027790" y="4773715"/>
                </a:lnTo>
                <a:lnTo>
                  <a:pt x="1002027" y="4735615"/>
                </a:lnTo>
                <a:lnTo>
                  <a:pt x="976551" y="4697515"/>
                </a:lnTo>
                <a:lnTo>
                  <a:pt x="951363" y="4659415"/>
                </a:lnTo>
                <a:lnTo>
                  <a:pt x="926466" y="4621315"/>
                </a:lnTo>
                <a:lnTo>
                  <a:pt x="901860" y="4583215"/>
                </a:lnTo>
                <a:lnTo>
                  <a:pt x="877548" y="4545115"/>
                </a:lnTo>
                <a:lnTo>
                  <a:pt x="853531" y="4507015"/>
                </a:lnTo>
                <a:lnTo>
                  <a:pt x="829810" y="4468915"/>
                </a:lnTo>
                <a:lnTo>
                  <a:pt x="806387" y="4430815"/>
                </a:lnTo>
                <a:lnTo>
                  <a:pt x="783265" y="4392715"/>
                </a:lnTo>
                <a:lnTo>
                  <a:pt x="760443" y="4354615"/>
                </a:lnTo>
                <a:lnTo>
                  <a:pt x="737925" y="4316515"/>
                </a:lnTo>
                <a:lnTo>
                  <a:pt x="715711" y="4278415"/>
                </a:lnTo>
                <a:lnTo>
                  <a:pt x="693803" y="4240315"/>
                </a:lnTo>
                <a:lnTo>
                  <a:pt x="672203" y="4189515"/>
                </a:lnTo>
                <a:lnTo>
                  <a:pt x="650912" y="4151415"/>
                </a:lnTo>
                <a:lnTo>
                  <a:pt x="629932" y="4113315"/>
                </a:lnTo>
                <a:lnTo>
                  <a:pt x="609265" y="4075215"/>
                </a:lnTo>
                <a:lnTo>
                  <a:pt x="588912" y="4037115"/>
                </a:lnTo>
                <a:lnTo>
                  <a:pt x="568875" y="3999015"/>
                </a:lnTo>
                <a:lnTo>
                  <a:pt x="549156" y="3948215"/>
                </a:lnTo>
                <a:lnTo>
                  <a:pt x="529755" y="3910115"/>
                </a:lnTo>
                <a:lnTo>
                  <a:pt x="510674" y="3872015"/>
                </a:lnTo>
                <a:lnTo>
                  <a:pt x="491916" y="3833915"/>
                </a:lnTo>
                <a:lnTo>
                  <a:pt x="473482" y="3783115"/>
                </a:lnTo>
                <a:lnTo>
                  <a:pt x="455373" y="3745015"/>
                </a:lnTo>
                <a:lnTo>
                  <a:pt x="437591" y="3706915"/>
                </a:lnTo>
                <a:lnTo>
                  <a:pt x="420138" y="3656115"/>
                </a:lnTo>
                <a:lnTo>
                  <a:pt x="403015" y="3618015"/>
                </a:lnTo>
                <a:lnTo>
                  <a:pt x="386224" y="3579915"/>
                </a:lnTo>
                <a:lnTo>
                  <a:pt x="369766" y="3529115"/>
                </a:lnTo>
                <a:lnTo>
                  <a:pt x="353643" y="3491015"/>
                </a:lnTo>
                <a:lnTo>
                  <a:pt x="337857" y="3440215"/>
                </a:lnTo>
                <a:lnTo>
                  <a:pt x="322409" y="3402115"/>
                </a:lnTo>
                <a:lnTo>
                  <a:pt x="307300" y="3364015"/>
                </a:lnTo>
                <a:lnTo>
                  <a:pt x="292533" y="3313215"/>
                </a:lnTo>
                <a:lnTo>
                  <a:pt x="278110" y="3275115"/>
                </a:lnTo>
                <a:lnTo>
                  <a:pt x="264030" y="3224315"/>
                </a:lnTo>
                <a:lnTo>
                  <a:pt x="250297" y="3186215"/>
                </a:lnTo>
                <a:lnTo>
                  <a:pt x="236912" y="3135415"/>
                </a:lnTo>
                <a:lnTo>
                  <a:pt x="223876" y="3097315"/>
                </a:lnTo>
                <a:lnTo>
                  <a:pt x="211191" y="3046515"/>
                </a:lnTo>
                <a:lnTo>
                  <a:pt x="198859" y="3008415"/>
                </a:lnTo>
                <a:lnTo>
                  <a:pt x="186881" y="2957615"/>
                </a:lnTo>
                <a:lnTo>
                  <a:pt x="175259" y="2919515"/>
                </a:lnTo>
                <a:lnTo>
                  <a:pt x="163994" y="2868715"/>
                </a:lnTo>
                <a:lnTo>
                  <a:pt x="153089" y="2830615"/>
                </a:lnTo>
                <a:lnTo>
                  <a:pt x="142544" y="2779815"/>
                </a:lnTo>
                <a:lnTo>
                  <a:pt x="132361" y="2741715"/>
                </a:lnTo>
                <a:lnTo>
                  <a:pt x="122542" y="2690915"/>
                </a:lnTo>
                <a:lnTo>
                  <a:pt x="113088" y="2640115"/>
                </a:lnTo>
                <a:lnTo>
                  <a:pt x="104002" y="2602015"/>
                </a:lnTo>
                <a:lnTo>
                  <a:pt x="95284" y="2551215"/>
                </a:lnTo>
                <a:lnTo>
                  <a:pt x="86936" y="2513115"/>
                </a:lnTo>
                <a:lnTo>
                  <a:pt x="78961" y="2462315"/>
                </a:lnTo>
                <a:lnTo>
                  <a:pt x="71358" y="2411515"/>
                </a:lnTo>
                <a:lnTo>
                  <a:pt x="64131" y="2373415"/>
                </a:lnTo>
                <a:lnTo>
                  <a:pt x="57280" y="2322615"/>
                </a:lnTo>
                <a:lnTo>
                  <a:pt x="50808" y="2271815"/>
                </a:lnTo>
                <a:lnTo>
                  <a:pt x="44716" y="2233715"/>
                </a:lnTo>
                <a:lnTo>
                  <a:pt x="39004" y="2182915"/>
                </a:lnTo>
                <a:lnTo>
                  <a:pt x="33676" y="2132115"/>
                </a:lnTo>
                <a:lnTo>
                  <a:pt x="28733" y="2081315"/>
                </a:lnTo>
                <a:lnTo>
                  <a:pt x="24176" y="2043215"/>
                </a:lnTo>
                <a:lnTo>
                  <a:pt x="20007" y="1992415"/>
                </a:lnTo>
                <a:lnTo>
                  <a:pt x="16227" y="1941615"/>
                </a:lnTo>
                <a:lnTo>
                  <a:pt x="12838" y="1890815"/>
                </a:lnTo>
                <a:lnTo>
                  <a:pt x="9842" y="1852715"/>
                </a:lnTo>
                <a:lnTo>
                  <a:pt x="7241" y="1801915"/>
                </a:lnTo>
                <a:lnTo>
                  <a:pt x="5035" y="1751115"/>
                </a:lnTo>
                <a:lnTo>
                  <a:pt x="3226" y="1700315"/>
                </a:lnTo>
                <a:lnTo>
                  <a:pt x="1817" y="1662215"/>
                </a:lnTo>
                <a:lnTo>
                  <a:pt x="808" y="1611415"/>
                </a:lnTo>
                <a:lnTo>
                  <a:pt x="202" y="1560615"/>
                </a:lnTo>
                <a:lnTo>
                  <a:pt x="0" y="1509815"/>
                </a:lnTo>
                <a:lnTo>
                  <a:pt x="202" y="1459015"/>
                </a:lnTo>
                <a:lnTo>
                  <a:pt x="808" y="1420915"/>
                </a:lnTo>
                <a:lnTo>
                  <a:pt x="1817" y="1370115"/>
                </a:lnTo>
                <a:lnTo>
                  <a:pt x="3226" y="1319315"/>
                </a:lnTo>
                <a:lnTo>
                  <a:pt x="5035" y="1268515"/>
                </a:lnTo>
                <a:lnTo>
                  <a:pt x="7241" y="1217715"/>
                </a:lnTo>
                <a:lnTo>
                  <a:pt x="9842" y="1179615"/>
                </a:lnTo>
                <a:lnTo>
                  <a:pt x="12838" y="1128815"/>
                </a:lnTo>
                <a:lnTo>
                  <a:pt x="16227" y="1078015"/>
                </a:lnTo>
                <a:lnTo>
                  <a:pt x="20007" y="1027215"/>
                </a:lnTo>
                <a:lnTo>
                  <a:pt x="24176" y="989115"/>
                </a:lnTo>
                <a:lnTo>
                  <a:pt x="28733" y="938315"/>
                </a:lnTo>
                <a:lnTo>
                  <a:pt x="33676" y="887515"/>
                </a:lnTo>
                <a:lnTo>
                  <a:pt x="39004" y="836715"/>
                </a:lnTo>
                <a:lnTo>
                  <a:pt x="44716" y="798615"/>
                </a:lnTo>
                <a:lnTo>
                  <a:pt x="50808" y="747815"/>
                </a:lnTo>
                <a:lnTo>
                  <a:pt x="57280" y="697015"/>
                </a:lnTo>
                <a:lnTo>
                  <a:pt x="64131" y="658915"/>
                </a:lnTo>
                <a:lnTo>
                  <a:pt x="71358" y="608115"/>
                </a:lnTo>
                <a:lnTo>
                  <a:pt x="78961" y="557315"/>
                </a:lnTo>
                <a:lnTo>
                  <a:pt x="86936" y="519215"/>
                </a:lnTo>
                <a:lnTo>
                  <a:pt x="95284" y="468415"/>
                </a:lnTo>
                <a:lnTo>
                  <a:pt x="104002" y="430315"/>
                </a:lnTo>
                <a:lnTo>
                  <a:pt x="113088" y="379515"/>
                </a:lnTo>
                <a:lnTo>
                  <a:pt x="122542" y="328715"/>
                </a:lnTo>
                <a:lnTo>
                  <a:pt x="132361" y="290615"/>
                </a:lnTo>
                <a:lnTo>
                  <a:pt x="142544" y="239815"/>
                </a:lnTo>
                <a:lnTo>
                  <a:pt x="153089" y="201715"/>
                </a:lnTo>
                <a:lnTo>
                  <a:pt x="163994" y="150915"/>
                </a:lnTo>
                <a:lnTo>
                  <a:pt x="175259" y="100115"/>
                </a:lnTo>
                <a:lnTo>
                  <a:pt x="186881" y="62015"/>
                </a:lnTo>
                <a:lnTo>
                  <a:pt x="198859" y="11215"/>
                </a:lnTo>
                <a:lnTo>
                  <a:pt x="202490" y="0"/>
                </a:lnTo>
                <a:lnTo>
                  <a:pt x="6004015" y="0"/>
                </a:lnTo>
                <a:lnTo>
                  <a:pt x="6004015" y="7186715"/>
                </a:lnTo>
                <a:close/>
              </a:path>
            </a:pathLst>
          </a:custGeom>
          <a:solidFill>
            <a:srgbClr val="9ED5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586763" y="0"/>
            <a:ext cx="5701665" cy="7849234"/>
          </a:xfrm>
          <a:custGeom>
            <a:avLst/>
            <a:gdLst/>
            <a:ahLst/>
            <a:cxnLst/>
            <a:rect l="l" t="t" r="r" b="b"/>
            <a:pathLst>
              <a:path w="5701665" h="7849234">
                <a:moveTo>
                  <a:pt x="5701236" y="7849149"/>
                </a:moveTo>
                <a:lnTo>
                  <a:pt x="5343792" y="7849149"/>
                </a:lnTo>
                <a:lnTo>
                  <a:pt x="5296029" y="7836449"/>
                </a:lnTo>
                <a:lnTo>
                  <a:pt x="5153391" y="7836449"/>
                </a:lnTo>
                <a:lnTo>
                  <a:pt x="5106067" y="7823749"/>
                </a:lnTo>
                <a:lnTo>
                  <a:pt x="5058858" y="7823749"/>
                </a:lnTo>
                <a:lnTo>
                  <a:pt x="5011764" y="7811049"/>
                </a:lnTo>
                <a:lnTo>
                  <a:pt x="4964787" y="7811049"/>
                </a:lnTo>
                <a:lnTo>
                  <a:pt x="4917929" y="7798349"/>
                </a:lnTo>
                <a:lnTo>
                  <a:pt x="4871191" y="7798349"/>
                </a:lnTo>
                <a:lnTo>
                  <a:pt x="4824575" y="7785649"/>
                </a:lnTo>
                <a:lnTo>
                  <a:pt x="4778083" y="7785649"/>
                </a:lnTo>
                <a:lnTo>
                  <a:pt x="4731715" y="7772949"/>
                </a:lnTo>
                <a:lnTo>
                  <a:pt x="4685475" y="7772949"/>
                </a:lnTo>
                <a:lnTo>
                  <a:pt x="4593381" y="7747549"/>
                </a:lnTo>
                <a:lnTo>
                  <a:pt x="4547530" y="7747549"/>
                </a:lnTo>
                <a:lnTo>
                  <a:pt x="4365475" y="7696749"/>
                </a:lnTo>
                <a:lnTo>
                  <a:pt x="4320307" y="7696749"/>
                </a:lnTo>
                <a:lnTo>
                  <a:pt x="3920332" y="7582449"/>
                </a:lnTo>
                <a:lnTo>
                  <a:pt x="3876647" y="7557049"/>
                </a:lnTo>
                <a:lnTo>
                  <a:pt x="3703495" y="7506249"/>
                </a:lnTo>
                <a:lnTo>
                  <a:pt x="3660611" y="7480849"/>
                </a:lnTo>
                <a:lnTo>
                  <a:pt x="3575342" y="7455449"/>
                </a:lnTo>
                <a:lnTo>
                  <a:pt x="3532959" y="7430049"/>
                </a:lnTo>
                <a:lnTo>
                  <a:pt x="3448706" y="7404649"/>
                </a:lnTo>
                <a:lnTo>
                  <a:pt x="3406838" y="7379249"/>
                </a:lnTo>
                <a:lnTo>
                  <a:pt x="3365144" y="7366549"/>
                </a:lnTo>
                <a:lnTo>
                  <a:pt x="3323628" y="7341149"/>
                </a:lnTo>
                <a:lnTo>
                  <a:pt x="3282289" y="7328449"/>
                </a:lnTo>
                <a:lnTo>
                  <a:pt x="3241130" y="7303049"/>
                </a:lnTo>
                <a:lnTo>
                  <a:pt x="3200152" y="7290349"/>
                </a:lnTo>
                <a:lnTo>
                  <a:pt x="3159357" y="7264949"/>
                </a:lnTo>
                <a:lnTo>
                  <a:pt x="3118746" y="7252249"/>
                </a:lnTo>
                <a:lnTo>
                  <a:pt x="3038084" y="7201449"/>
                </a:lnTo>
                <a:lnTo>
                  <a:pt x="2998036" y="7188749"/>
                </a:lnTo>
                <a:lnTo>
                  <a:pt x="2879044" y="7112549"/>
                </a:lnTo>
                <a:lnTo>
                  <a:pt x="2839769" y="7099849"/>
                </a:lnTo>
                <a:lnTo>
                  <a:pt x="2646385" y="6972849"/>
                </a:lnTo>
                <a:lnTo>
                  <a:pt x="2608318" y="6947449"/>
                </a:lnTo>
                <a:lnTo>
                  <a:pt x="2570457" y="6934749"/>
                </a:lnTo>
                <a:lnTo>
                  <a:pt x="2384312" y="6807749"/>
                </a:lnTo>
                <a:lnTo>
                  <a:pt x="2347726" y="6769649"/>
                </a:lnTo>
                <a:lnTo>
                  <a:pt x="2203579" y="6668049"/>
                </a:lnTo>
                <a:lnTo>
                  <a:pt x="2132846" y="6617249"/>
                </a:lnTo>
                <a:lnTo>
                  <a:pt x="2097820" y="6579149"/>
                </a:lnTo>
                <a:lnTo>
                  <a:pt x="1994124" y="6502949"/>
                </a:lnTo>
                <a:lnTo>
                  <a:pt x="1960025" y="6464849"/>
                </a:lnTo>
                <a:lnTo>
                  <a:pt x="1892535" y="6414049"/>
                </a:lnTo>
                <a:lnTo>
                  <a:pt x="1859147" y="6375949"/>
                </a:lnTo>
                <a:lnTo>
                  <a:pt x="1826000" y="6350549"/>
                </a:lnTo>
                <a:lnTo>
                  <a:pt x="1793096" y="6312449"/>
                </a:lnTo>
                <a:lnTo>
                  <a:pt x="1760434" y="6287049"/>
                </a:lnTo>
                <a:lnTo>
                  <a:pt x="1728019" y="6248949"/>
                </a:lnTo>
                <a:lnTo>
                  <a:pt x="1695850" y="6223549"/>
                </a:lnTo>
                <a:lnTo>
                  <a:pt x="1663929" y="6185449"/>
                </a:lnTo>
                <a:lnTo>
                  <a:pt x="1632259" y="6160049"/>
                </a:lnTo>
                <a:lnTo>
                  <a:pt x="1600840" y="6121949"/>
                </a:lnTo>
                <a:lnTo>
                  <a:pt x="1569675" y="6096549"/>
                </a:lnTo>
                <a:lnTo>
                  <a:pt x="1538764" y="6058449"/>
                </a:lnTo>
                <a:lnTo>
                  <a:pt x="1508110" y="6033049"/>
                </a:lnTo>
                <a:lnTo>
                  <a:pt x="1477714" y="5994949"/>
                </a:lnTo>
                <a:lnTo>
                  <a:pt x="1447578" y="5956849"/>
                </a:lnTo>
                <a:lnTo>
                  <a:pt x="1417703" y="5931449"/>
                </a:lnTo>
                <a:lnTo>
                  <a:pt x="1388091" y="5893349"/>
                </a:lnTo>
                <a:lnTo>
                  <a:pt x="1358744" y="5855249"/>
                </a:lnTo>
                <a:lnTo>
                  <a:pt x="1329663" y="5829849"/>
                </a:lnTo>
                <a:lnTo>
                  <a:pt x="1300849" y="5791749"/>
                </a:lnTo>
                <a:lnTo>
                  <a:pt x="1272305" y="5753649"/>
                </a:lnTo>
                <a:lnTo>
                  <a:pt x="1244031" y="5728249"/>
                </a:lnTo>
                <a:lnTo>
                  <a:pt x="1216031" y="5690149"/>
                </a:lnTo>
                <a:lnTo>
                  <a:pt x="1188304" y="5652049"/>
                </a:lnTo>
                <a:lnTo>
                  <a:pt x="1160853" y="5613949"/>
                </a:lnTo>
                <a:lnTo>
                  <a:pt x="1133679" y="5575849"/>
                </a:lnTo>
                <a:lnTo>
                  <a:pt x="1106785" y="5550449"/>
                </a:lnTo>
                <a:lnTo>
                  <a:pt x="1080170" y="5512349"/>
                </a:lnTo>
                <a:lnTo>
                  <a:pt x="1053838" y="5474249"/>
                </a:lnTo>
                <a:lnTo>
                  <a:pt x="1027790" y="5436149"/>
                </a:lnTo>
                <a:lnTo>
                  <a:pt x="1002027" y="5398049"/>
                </a:lnTo>
                <a:lnTo>
                  <a:pt x="976551" y="5359949"/>
                </a:lnTo>
                <a:lnTo>
                  <a:pt x="951364" y="5321849"/>
                </a:lnTo>
                <a:lnTo>
                  <a:pt x="926466" y="5283749"/>
                </a:lnTo>
                <a:lnTo>
                  <a:pt x="901861" y="5245649"/>
                </a:lnTo>
                <a:lnTo>
                  <a:pt x="877548" y="5207549"/>
                </a:lnTo>
                <a:lnTo>
                  <a:pt x="853531" y="5169449"/>
                </a:lnTo>
                <a:lnTo>
                  <a:pt x="829810" y="5131349"/>
                </a:lnTo>
                <a:lnTo>
                  <a:pt x="806388" y="5093249"/>
                </a:lnTo>
                <a:lnTo>
                  <a:pt x="783265" y="5055149"/>
                </a:lnTo>
                <a:lnTo>
                  <a:pt x="760443" y="5017049"/>
                </a:lnTo>
                <a:lnTo>
                  <a:pt x="737925" y="4978949"/>
                </a:lnTo>
                <a:lnTo>
                  <a:pt x="715711" y="4940849"/>
                </a:lnTo>
                <a:lnTo>
                  <a:pt x="693803" y="4902749"/>
                </a:lnTo>
                <a:lnTo>
                  <a:pt x="672203" y="4851949"/>
                </a:lnTo>
                <a:lnTo>
                  <a:pt x="650912" y="4813849"/>
                </a:lnTo>
                <a:lnTo>
                  <a:pt x="629933" y="4775749"/>
                </a:lnTo>
                <a:lnTo>
                  <a:pt x="609266" y="4737649"/>
                </a:lnTo>
                <a:lnTo>
                  <a:pt x="588913" y="4699549"/>
                </a:lnTo>
                <a:lnTo>
                  <a:pt x="568875" y="4661449"/>
                </a:lnTo>
                <a:lnTo>
                  <a:pt x="549156" y="4610649"/>
                </a:lnTo>
                <a:lnTo>
                  <a:pt x="529755" y="4572549"/>
                </a:lnTo>
                <a:lnTo>
                  <a:pt x="510675" y="4534449"/>
                </a:lnTo>
                <a:lnTo>
                  <a:pt x="491917" y="4496349"/>
                </a:lnTo>
                <a:lnTo>
                  <a:pt x="473482" y="4445549"/>
                </a:lnTo>
                <a:lnTo>
                  <a:pt x="455373" y="4407449"/>
                </a:lnTo>
                <a:lnTo>
                  <a:pt x="437592" y="4369349"/>
                </a:lnTo>
                <a:lnTo>
                  <a:pt x="420138" y="4318549"/>
                </a:lnTo>
                <a:lnTo>
                  <a:pt x="403015" y="4280449"/>
                </a:lnTo>
                <a:lnTo>
                  <a:pt x="386224" y="4242349"/>
                </a:lnTo>
                <a:lnTo>
                  <a:pt x="369766" y="4191549"/>
                </a:lnTo>
                <a:lnTo>
                  <a:pt x="353643" y="4153449"/>
                </a:lnTo>
                <a:lnTo>
                  <a:pt x="337857" y="4102649"/>
                </a:lnTo>
                <a:lnTo>
                  <a:pt x="322409" y="4064549"/>
                </a:lnTo>
                <a:lnTo>
                  <a:pt x="307300" y="4026449"/>
                </a:lnTo>
                <a:lnTo>
                  <a:pt x="292534" y="3975649"/>
                </a:lnTo>
                <a:lnTo>
                  <a:pt x="278110" y="3937549"/>
                </a:lnTo>
                <a:lnTo>
                  <a:pt x="264030" y="3886749"/>
                </a:lnTo>
                <a:lnTo>
                  <a:pt x="250297" y="3848649"/>
                </a:lnTo>
                <a:lnTo>
                  <a:pt x="236912" y="3797849"/>
                </a:lnTo>
                <a:lnTo>
                  <a:pt x="223876" y="3759749"/>
                </a:lnTo>
                <a:lnTo>
                  <a:pt x="211191" y="3708949"/>
                </a:lnTo>
                <a:lnTo>
                  <a:pt x="198859" y="3670849"/>
                </a:lnTo>
                <a:lnTo>
                  <a:pt x="186881" y="3620049"/>
                </a:lnTo>
                <a:lnTo>
                  <a:pt x="175259" y="3581949"/>
                </a:lnTo>
                <a:lnTo>
                  <a:pt x="163994" y="3531149"/>
                </a:lnTo>
                <a:lnTo>
                  <a:pt x="153089" y="3493049"/>
                </a:lnTo>
                <a:lnTo>
                  <a:pt x="142544" y="3442249"/>
                </a:lnTo>
                <a:lnTo>
                  <a:pt x="132361" y="3404149"/>
                </a:lnTo>
                <a:lnTo>
                  <a:pt x="122542" y="3353349"/>
                </a:lnTo>
                <a:lnTo>
                  <a:pt x="113088" y="3302549"/>
                </a:lnTo>
                <a:lnTo>
                  <a:pt x="104002" y="3264449"/>
                </a:lnTo>
                <a:lnTo>
                  <a:pt x="95284" y="3213649"/>
                </a:lnTo>
                <a:lnTo>
                  <a:pt x="86936" y="3175549"/>
                </a:lnTo>
                <a:lnTo>
                  <a:pt x="78961" y="3124749"/>
                </a:lnTo>
                <a:lnTo>
                  <a:pt x="71358" y="3073949"/>
                </a:lnTo>
                <a:lnTo>
                  <a:pt x="64131" y="3035849"/>
                </a:lnTo>
                <a:lnTo>
                  <a:pt x="57280" y="2985049"/>
                </a:lnTo>
                <a:lnTo>
                  <a:pt x="50808" y="2934249"/>
                </a:lnTo>
                <a:lnTo>
                  <a:pt x="44716" y="2896149"/>
                </a:lnTo>
                <a:lnTo>
                  <a:pt x="39004" y="2845349"/>
                </a:lnTo>
                <a:lnTo>
                  <a:pt x="33676" y="2794549"/>
                </a:lnTo>
                <a:lnTo>
                  <a:pt x="28733" y="2743749"/>
                </a:lnTo>
                <a:lnTo>
                  <a:pt x="24176" y="2705649"/>
                </a:lnTo>
                <a:lnTo>
                  <a:pt x="20007" y="2654849"/>
                </a:lnTo>
                <a:lnTo>
                  <a:pt x="16227" y="2604049"/>
                </a:lnTo>
                <a:lnTo>
                  <a:pt x="12838" y="2553249"/>
                </a:lnTo>
                <a:lnTo>
                  <a:pt x="9842" y="2515149"/>
                </a:lnTo>
                <a:lnTo>
                  <a:pt x="7241" y="2464349"/>
                </a:lnTo>
                <a:lnTo>
                  <a:pt x="5035" y="2413549"/>
                </a:lnTo>
                <a:lnTo>
                  <a:pt x="3226" y="2362749"/>
                </a:lnTo>
                <a:lnTo>
                  <a:pt x="1817" y="2324649"/>
                </a:lnTo>
                <a:lnTo>
                  <a:pt x="808" y="2273849"/>
                </a:lnTo>
                <a:lnTo>
                  <a:pt x="202" y="2223049"/>
                </a:lnTo>
                <a:lnTo>
                  <a:pt x="0" y="2172249"/>
                </a:lnTo>
                <a:lnTo>
                  <a:pt x="202" y="2121449"/>
                </a:lnTo>
                <a:lnTo>
                  <a:pt x="808" y="2083349"/>
                </a:lnTo>
                <a:lnTo>
                  <a:pt x="1817" y="2032549"/>
                </a:lnTo>
                <a:lnTo>
                  <a:pt x="3226" y="1981749"/>
                </a:lnTo>
                <a:lnTo>
                  <a:pt x="5035" y="1930949"/>
                </a:lnTo>
                <a:lnTo>
                  <a:pt x="7241" y="1880149"/>
                </a:lnTo>
                <a:lnTo>
                  <a:pt x="9842" y="1842049"/>
                </a:lnTo>
                <a:lnTo>
                  <a:pt x="12838" y="1791249"/>
                </a:lnTo>
                <a:lnTo>
                  <a:pt x="16227" y="1740449"/>
                </a:lnTo>
                <a:lnTo>
                  <a:pt x="20007" y="1689649"/>
                </a:lnTo>
                <a:lnTo>
                  <a:pt x="24176" y="1651549"/>
                </a:lnTo>
                <a:lnTo>
                  <a:pt x="28733" y="1600749"/>
                </a:lnTo>
                <a:lnTo>
                  <a:pt x="33676" y="1549949"/>
                </a:lnTo>
                <a:lnTo>
                  <a:pt x="39004" y="1499149"/>
                </a:lnTo>
                <a:lnTo>
                  <a:pt x="44716" y="1461049"/>
                </a:lnTo>
                <a:lnTo>
                  <a:pt x="50808" y="1410249"/>
                </a:lnTo>
                <a:lnTo>
                  <a:pt x="57280" y="1359449"/>
                </a:lnTo>
                <a:lnTo>
                  <a:pt x="64131" y="1321349"/>
                </a:lnTo>
                <a:lnTo>
                  <a:pt x="71358" y="1270549"/>
                </a:lnTo>
                <a:lnTo>
                  <a:pt x="78961" y="1219749"/>
                </a:lnTo>
                <a:lnTo>
                  <a:pt x="86936" y="1181649"/>
                </a:lnTo>
                <a:lnTo>
                  <a:pt x="95284" y="1130849"/>
                </a:lnTo>
                <a:lnTo>
                  <a:pt x="104002" y="1092749"/>
                </a:lnTo>
                <a:lnTo>
                  <a:pt x="113088" y="1041949"/>
                </a:lnTo>
                <a:lnTo>
                  <a:pt x="122542" y="991149"/>
                </a:lnTo>
                <a:lnTo>
                  <a:pt x="132361" y="953049"/>
                </a:lnTo>
                <a:lnTo>
                  <a:pt x="142544" y="902249"/>
                </a:lnTo>
                <a:lnTo>
                  <a:pt x="153089" y="864149"/>
                </a:lnTo>
                <a:lnTo>
                  <a:pt x="163994" y="813349"/>
                </a:lnTo>
                <a:lnTo>
                  <a:pt x="175259" y="762549"/>
                </a:lnTo>
                <a:lnTo>
                  <a:pt x="186881" y="724449"/>
                </a:lnTo>
                <a:lnTo>
                  <a:pt x="198859" y="673649"/>
                </a:lnTo>
                <a:lnTo>
                  <a:pt x="211191" y="635549"/>
                </a:lnTo>
                <a:lnTo>
                  <a:pt x="223876" y="584749"/>
                </a:lnTo>
                <a:lnTo>
                  <a:pt x="236912" y="546649"/>
                </a:lnTo>
                <a:lnTo>
                  <a:pt x="250297" y="495849"/>
                </a:lnTo>
                <a:lnTo>
                  <a:pt x="264030" y="457749"/>
                </a:lnTo>
                <a:lnTo>
                  <a:pt x="278110" y="419649"/>
                </a:lnTo>
                <a:lnTo>
                  <a:pt x="292534" y="368849"/>
                </a:lnTo>
                <a:lnTo>
                  <a:pt x="307300" y="330749"/>
                </a:lnTo>
                <a:lnTo>
                  <a:pt x="322409" y="279949"/>
                </a:lnTo>
                <a:lnTo>
                  <a:pt x="337857" y="241849"/>
                </a:lnTo>
                <a:lnTo>
                  <a:pt x="353643" y="191049"/>
                </a:lnTo>
                <a:lnTo>
                  <a:pt x="369766" y="152949"/>
                </a:lnTo>
                <a:lnTo>
                  <a:pt x="386224" y="114849"/>
                </a:lnTo>
                <a:lnTo>
                  <a:pt x="403015" y="64049"/>
                </a:lnTo>
                <a:lnTo>
                  <a:pt x="420138" y="25949"/>
                </a:lnTo>
                <a:lnTo>
                  <a:pt x="432026" y="0"/>
                </a:lnTo>
                <a:lnTo>
                  <a:pt x="5701236" y="0"/>
                </a:lnTo>
                <a:lnTo>
                  <a:pt x="5701236" y="7849149"/>
                </a:lnTo>
                <a:close/>
              </a:path>
            </a:pathLst>
          </a:custGeom>
          <a:solidFill>
            <a:srgbClr val="4DAF3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29995" y="0"/>
            <a:ext cx="5358004" cy="718671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219256" y="1505705"/>
            <a:ext cx="8676640" cy="3997325"/>
          </a:xfrm>
          <a:custGeom>
            <a:avLst/>
            <a:gdLst/>
            <a:ahLst/>
            <a:cxnLst/>
            <a:rect l="l" t="t" r="r" b="b"/>
            <a:pathLst>
              <a:path w="8676640" h="3997325">
                <a:moveTo>
                  <a:pt x="8247690" y="3996723"/>
                </a:moveTo>
                <a:lnTo>
                  <a:pt x="428624" y="3996723"/>
                </a:lnTo>
                <a:lnTo>
                  <a:pt x="381921" y="3994208"/>
                </a:lnTo>
                <a:lnTo>
                  <a:pt x="336674" y="3986837"/>
                </a:lnTo>
                <a:lnTo>
                  <a:pt x="293146" y="3974871"/>
                </a:lnTo>
                <a:lnTo>
                  <a:pt x="251597" y="3958573"/>
                </a:lnTo>
                <a:lnTo>
                  <a:pt x="212289" y="3938203"/>
                </a:lnTo>
                <a:lnTo>
                  <a:pt x="175484" y="3914023"/>
                </a:lnTo>
                <a:lnTo>
                  <a:pt x="141443" y="3886295"/>
                </a:lnTo>
                <a:lnTo>
                  <a:pt x="110428" y="3855279"/>
                </a:lnTo>
                <a:lnTo>
                  <a:pt x="82699" y="3821238"/>
                </a:lnTo>
                <a:lnTo>
                  <a:pt x="58519" y="3784433"/>
                </a:lnTo>
                <a:lnTo>
                  <a:pt x="38149" y="3745125"/>
                </a:lnTo>
                <a:lnTo>
                  <a:pt x="21851" y="3703576"/>
                </a:lnTo>
                <a:lnTo>
                  <a:pt x="9886" y="3660048"/>
                </a:lnTo>
                <a:lnTo>
                  <a:pt x="2515" y="3614801"/>
                </a:lnTo>
                <a:lnTo>
                  <a:pt x="0" y="3568098"/>
                </a:lnTo>
                <a:lnTo>
                  <a:pt x="0" y="428624"/>
                </a:lnTo>
                <a:lnTo>
                  <a:pt x="2515" y="381921"/>
                </a:lnTo>
                <a:lnTo>
                  <a:pt x="9886" y="336674"/>
                </a:lnTo>
                <a:lnTo>
                  <a:pt x="21851" y="293146"/>
                </a:lnTo>
                <a:lnTo>
                  <a:pt x="38149" y="251597"/>
                </a:lnTo>
                <a:lnTo>
                  <a:pt x="58519" y="212289"/>
                </a:lnTo>
                <a:lnTo>
                  <a:pt x="82699" y="175484"/>
                </a:lnTo>
                <a:lnTo>
                  <a:pt x="110428" y="141443"/>
                </a:lnTo>
                <a:lnTo>
                  <a:pt x="141443" y="110428"/>
                </a:lnTo>
                <a:lnTo>
                  <a:pt x="175484" y="82699"/>
                </a:lnTo>
                <a:lnTo>
                  <a:pt x="212289" y="58519"/>
                </a:lnTo>
                <a:lnTo>
                  <a:pt x="251597" y="38149"/>
                </a:lnTo>
                <a:lnTo>
                  <a:pt x="293146" y="21851"/>
                </a:lnTo>
                <a:lnTo>
                  <a:pt x="336674" y="9886"/>
                </a:lnTo>
                <a:lnTo>
                  <a:pt x="381921" y="2515"/>
                </a:lnTo>
                <a:lnTo>
                  <a:pt x="428624" y="0"/>
                </a:lnTo>
                <a:lnTo>
                  <a:pt x="8247690" y="0"/>
                </a:lnTo>
                <a:lnTo>
                  <a:pt x="8294394" y="2515"/>
                </a:lnTo>
                <a:lnTo>
                  <a:pt x="8339640" y="9886"/>
                </a:lnTo>
                <a:lnTo>
                  <a:pt x="8383169" y="21851"/>
                </a:lnTo>
                <a:lnTo>
                  <a:pt x="8424718" y="38149"/>
                </a:lnTo>
                <a:lnTo>
                  <a:pt x="8464026" y="58519"/>
                </a:lnTo>
                <a:lnTo>
                  <a:pt x="8500831" y="82699"/>
                </a:lnTo>
                <a:lnTo>
                  <a:pt x="8534872" y="110428"/>
                </a:lnTo>
                <a:lnTo>
                  <a:pt x="8565887" y="141443"/>
                </a:lnTo>
                <a:lnTo>
                  <a:pt x="8593616" y="175484"/>
                </a:lnTo>
                <a:lnTo>
                  <a:pt x="8617795" y="212289"/>
                </a:lnTo>
                <a:lnTo>
                  <a:pt x="8638165" y="251597"/>
                </a:lnTo>
                <a:lnTo>
                  <a:pt x="8654464" y="293146"/>
                </a:lnTo>
                <a:lnTo>
                  <a:pt x="8666429" y="336674"/>
                </a:lnTo>
                <a:lnTo>
                  <a:pt x="8673800" y="381921"/>
                </a:lnTo>
                <a:lnTo>
                  <a:pt x="8676315" y="428624"/>
                </a:lnTo>
                <a:lnTo>
                  <a:pt x="8676315" y="3568098"/>
                </a:lnTo>
                <a:lnTo>
                  <a:pt x="8673800" y="3614801"/>
                </a:lnTo>
                <a:lnTo>
                  <a:pt x="8666429" y="3660048"/>
                </a:lnTo>
                <a:lnTo>
                  <a:pt x="8654464" y="3703576"/>
                </a:lnTo>
                <a:lnTo>
                  <a:pt x="8638165" y="3745125"/>
                </a:lnTo>
                <a:lnTo>
                  <a:pt x="8617795" y="3784433"/>
                </a:lnTo>
                <a:lnTo>
                  <a:pt x="8593616" y="3821238"/>
                </a:lnTo>
                <a:lnTo>
                  <a:pt x="8565887" y="3855279"/>
                </a:lnTo>
                <a:lnTo>
                  <a:pt x="8534872" y="3886295"/>
                </a:lnTo>
                <a:lnTo>
                  <a:pt x="8500831" y="3914023"/>
                </a:lnTo>
                <a:lnTo>
                  <a:pt x="8464026" y="3938203"/>
                </a:lnTo>
                <a:lnTo>
                  <a:pt x="8424718" y="3958573"/>
                </a:lnTo>
                <a:lnTo>
                  <a:pt x="8383169" y="3974871"/>
                </a:lnTo>
                <a:lnTo>
                  <a:pt x="8339640" y="3986837"/>
                </a:lnTo>
                <a:lnTo>
                  <a:pt x="8294394" y="3994208"/>
                </a:lnTo>
                <a:lnTo>
                  <a:pt x="8247690" y="3996723"/>
                </a:lnTo>
                <a:close/>
              </a:path>
            </a:pathLst>
          </a:custGeom>
          <a:solidFill>
            <a:srgbClr val="9ED594">
              <a:alpha val="71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331" y="1774852"/>
            <a:ext cx="95250" cy="9524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331" y="2555902"/>
            <a:ext cx="95250" cy="9524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331" y="3336952"/>
            <a:ext cx="95250" cy="9524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331" y="4118002"/>
            <a:ext cx="95250" cy="95249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331" y="4899052"/>
            <a:ext cx="95250" cy="95249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0" y="5168"/>
            <a:ext cx="9143475" cy="68445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2742" y="598534"/>
            <a:ext cx="10897235" cy="817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3678" y="3626099"/>
            <a:ext cx="7835265" cy="2616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g"/><Relationship Id="rId5" Type="http://schemas.openxmlformats.org/officeDocument/2006/relationships/image" Target="../media/image12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jp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667773" y="-1642"/>
            <a:ext cx="6620509" cy="6648450"/>
            <a:chOff x="11667773" y="-1642"/>
            <a:chExt cx="6620509" cy="6648450"/>
          </a:xfrm>
        </p:grpSpPr>
        <p:sp>
          <p:nvSpPr>
            <p:cNvPr id="3" name="object 3"/>
            <p:cNvSpPr/>
            <p:nvPr/>
          </p:nvSpPr>
          <p:spPr>
            <a:xfrm>
              <a:off x="13505580" y="0"/>
              <a:ext cx="4782820" cy="6646545"/>
            </a:xfrm>
            <a:custGeom>
              <a:avLst/>
              <a:gdLst/>
              <a:ahLst/>
              <a:cxnLst/>
              <a:rect l="l" t="t" r="r" b="b"/>
              <a:pathLst>
                <a:path w="4782819" h="6646545">
                  <a:moveTo>
                    <a:pt x="4782419" y="6646210"/>
                  </a:moveTo>
                  <a:lnTo>
                    <a:pt x="4778083" y="6646210"/>
                  </a:lnTo>
                  <a:lnTo>
                    <a:pt x="4731715" y="6633510"/>
                  </a:lnTo>
                  <a:lnTo>
                    <a:pt x="4685475" y="6633510"/>
                  </a:lnTo>
                  <a:lnTo>
                    <a:pt x="4593381" y="6608110"/>
                  </a:lnTo>
                  <a:lnTo>
                    <a:pt x="4547530" y="6608110"/>
                  </a:lnTo>
                  <a:lnTo>
                    <a:pt x="4365475" y="6557310"/>
                  </a:lnTo>
                  <a:lnTo>
                    <a:pt x="4320307" y="6557310"/>
                  </a:lnTo>
                  <a:lnTo>
                    <a:pt x="3920332" y="6443010"/>
                  </a:lnTo>
                  <a:lnTo>
                    <a:pt x="3876647" y="6417610"/>
                  </a:lnTo>
                  <a:lnTo>
                    <a:pt x="3703495" y="6366810"/>
                  </a:lnTo>
                  <a:lnTo>
                    <a:pt x="3660611" y="6341410"/>
                  </a:lnTo>
                  <a:lnTo>
                    <a:pt x="3575342" y="6316010"/>
                  </a:lnTo>
                  <a:lnTo>
                    <a:pt x="3532959" y="6290610"/>
                  </a:lnTo>
                  <a:lnTo>
                    <a:pt x="3448706" y="6265210"/>
                  </a:lnTo>
                  <a:lnTo>
                    <a:pt x="3406838" y="6239810"/>
                  </a:lnTo>
                  <a:lnTo>
                    <a:pt x="3365144" y="6227110"/>
                  </a:lnTo>
                  <a:lnTo>
                    <a:pt x="3323628" y="6201710"/>
                  </a:lnTo>
                  <a:lnTo>
                    <a:pt x="3282289" y="6189010"/>
                  </a:lnTo>
                  <a:lnTo>
                    <a:pt x="3241130" y="6163610"/>
                  </a:lnTo>
                  <a:lnTo>
                    <a:pt x="3200152" y="6150910"/>
                  </a:lnTo>
                  <a:lnTo>
                    <a:pt x="3159357" y="6125510"/>
                  </a:lnTo>
                  <a:lnTo>
                    <a:pt x="3118746" y="6112810"/>
                  </a:lnTo>
                  <a:lnTo>
                    <a:pt x="3038084" y="6062010"/>
                  </a:lnTo>
                  <a:lnTo>
                    <a:pt x="2998036" y="6049310"/>
                  </a:lnTo>
                  <a:lnTo>
                    <a:pt x="2879044" y="5973110"/>
                  </a:lnTo>
                  <a:lnTo>
                    <a:pt x="2839769" y="5960410"/>
                  </a:lnTo>
                  <a:lnTo>
                    <a:pt x="2646385" y="5833410"/>
                  </a:lnTo>
                  <a:lnTo>
                    <a:pt x="2608318" y="5808010"/>
                  </a:lnTo>
                  <a:lnTo>
                    <a:pt x="2570457" y="5795310"/>
                  </a:lnTo>
                  <a:lnTo>
                    <a:pt x="2384312" y="5668310"/>
                  </a:lnTo>
                  <a:lnTo>
                    <a:pt x="2347726" y="5630210"/>
                  </a:lnTo>
                  <a:lnTo>
                    <a:pt x="2203579" y="5528610"/>
                  </a:lnTo>
                  <a:lnTo>
                    <a:pt x="2132846" y="5477810"/>
                  </a:lnTo>
                  <a:lnTo>
                    <a:pt x="2097820" y="5439710"/>
                  </a:lnTo>
                  <a:lnTo>
                    <a:pt x="1994124" y="5363510"/>
                  </a:lnTo>
                  <a:lnTo>
                    <a:pt x="1960025" y="5325410"/>
                  </a:lnTo>
                  <a:lnTo>
                    <a:pt x="1892535" y="5274610"/>
                  </a:lnTo>
                  <a:lnTo>
                    <a:pt x="1859147" y="5236510"/>
                  </a:lnTo>
                  <a:lnTo>
                    <a:pt x="1826000" y="5211110"/>
                  </a:lnTo>
                  <a:lnTo>
                    <a:pt x="1793096" y="5173010"/>
                  </a:lnTo>
                  <a:lnTo>
                    <a:pt x="1760434" y="5147610"/>
                  </a:lnTo>
                  <a:lnTo>
                    <a:pt x="1728019" y="5109510"/>
                  </a:lnTo>
                  <a:lnTo>
                    <a:pt x="1695850" y="5084110"/>
                  </a:lnTo>
                  <a:lnTo>
                    <a:pt x="1663929" y="5046010"/>
                  </a:lnTo>
                  <a:lnTo>
                    <a:pt x="1632259" y="5020610"/>
                  </a:lnTo>
                  <a:lnTo>
                    <a:pt x="1600840" y="4982510"/>
                  </a:lnTo>
                  <a:lnTo>
                    <a:pt x="1569675" y="4957110"/>
                  </a:lnTo>
                  <a:lnTo>
                    <a:pt x="1538764" y="4919010"/>
                  </a:lnTo>
                  <a:lnTo>
                    <a:pt x="1508110" y="4893610"/>
                  </a:lnTo>
                  <a:lnTo>
                    <a:pt x="1477714" y="4855510"/>
                  </a:lnTo>
                  <a:lnTo>
                    <a:pt x="1447578" y="4817410"/>
                  </a:lnTo>
                  <a:lnTo>
                    <a:pt x="1417703" y="4792010"/>
                  </a:lnTo>
                  <a:lnTo>
                    <a:pt x="1388091" y="4753910"/>
                  </a:lnTo>
                  <a:lnTo>
                    <a:pt x="1358744" y="4715810"/>
                  </a:lnTo>
                  <a:lnTo>
                    <a:pt x="1329663" y="4690410"/>
                  </a:lnTo>
                  <a:lnTo>
                    <a:pt x="1300849" y="4652310"/>
                  </a:lnTo>
                  <a:lnTo>
                    <a:pt x="1272305" y="4614210"/>
                  </a:lnTo>
                  <a:lnTo>
                    <a:pt x="1244031" y="4588810"/>
                  </a:lnTo>
                  <a:lnTo>
                    <a:pt x="1216031" y="4550710"/>
                  </a:lnTo>
                  <a:lnTo>
                    <a:pt x="1188304" y="4512610"/>
                  </a:lnTo>
                  <a:lnTo>
                    <a:pt x="1160853" y="4474510"/>
                  </a:lnTo>
                  <a:lnTo>
                    <a:pt x="1133679" y="4436410"/>
                  </a:lnTo>
                  <a:lnTo>
                    <a:pt x="1106785" y="4411010"/>
                  </a:lnTo>
                  <a:lnTo>
                    <a:pt x="1080170" y="4372910"/>
                  </a:lnTo>
                  <a:lnTo>
                    <a:pt x="1053838" y="4334810"/>
                  </a:lnTo>
                  <a:lnTo>
                    <a:pt x="1027790" y="4296710"/>
                  </a:lnTo>
                  <a:lnTo>
                    <a:pt x="1002027" y="4258610"/>
                  </a:lnTo>
                  <a:lnTo>
                    <a:pt x="976551" y="4220510"/>
                  </a:lnTo>
                  <a:lnTo>
                    <a:pt x="951364" y="4182410"/>
                  </a:lnTo>
                  <a:lnTo>
                    <a:pt x="926466" y="4144310"/>
                  </a:lnTo>
                  <a:lnTo>
                    <a:pt x="901861" y="4106210"/>
                  </a:lnTo>
                  <a:lnTo>
                    <a:pt x="877548" y="4068110"/>
                  </a:lnTo>
                  <a:lnTo>
                    <a:pt x="853531" y="4030010"/>
                  </a:lnTo>
                  <a:lnTo>
                    <a:pt x="829810" y="3991910"/>
                  </a:lnTo>
                  <a:lnTo>
                    <a:pt x="806388" y="3953810"/>
                  </a:lnTo>
                  <a:lnTo>
                    <a:pt x="783265" y="3915710"/>
                  </a:lnTo>
                  <a:lnTo>
                    <a:pt x="760443" y="3877610"/>
                  </a:lnTo>
                  <a:lnTo>
                    <a:pt x="737925" y="3839510"/>
                  </a:lnTo>
                  <a:lnTo>
                    <a:pt x="715711" y="3801410"/>
                  </a:lnTo>
                  <a:lnTo>
                    <a:pt x="693803" y="3763310"/>
                  </a:lnTo>
                  <a:lnTo>
                    <a:pt x="672203" y="3712510"/>
                  </a:lnTo>
                  <a:lnTo>
                    <a:pt x="650912" y="3674410"/>
                  </a:lnTo>
                  <a:lnTo>
                    <a:pt x="629933" y="3636310"/>
                  </a:lnTo>
                  <a:lnTo>
                    <a:pt x="609266" y="3598210"/>
                  </a:lnTo>
                  <a:lnTo>
                    <a:pt x="588913" y="3560110"/>
                  </a:lnTo>
                  <a:lnTo>
                    <a:pt x="568875" y="3522010"/>
                  </a:lnTo>
                  <a:lnTo>
                    <a:pt x="549156" y="3471210"/>
                  </a:lnTo>
                  <a:lnTo>
                    <a:pt x="529755" y="3433110"/>
                  </a:lnTo>
                  <a:lnTo>
                    <a:pt x="510675" y="3395010"/>
                  </a:lnTo>
                  <a:lnTo>
                    <a:pt x="491917" y="3356910"/>
                  </a:lnTo>
                  <a:lnTo>
                    <a:pt x="473482" y="3306110"/>
                  </a:lnTo>
                  <a:lnTo>
                    <a:pt x="455373" y="3268010"/>
                  </a:lnTo>
                  <a:lnTo>
                    <a:pt x="437592" y="3229910"/>
                  </a:lnTo>
                  <a:lnTo>
                    <a:pt x="420138" y="3179110"/>
                  </a:lnTo>
                  <a:lnTo>
                    <a:pt x="403015" y="3141010"/>
                  </a:lnTo>
                  <a:lnTo>
                    <a:pt x="386224" y="3102910"/>
                  </a:lnTo>
                  <a:lnTo>
                    <a:pt x="369766" y="3052110"/>
                  </a:lnTo>
                  <a:lnTo>
                    <a:pt x="353643" y="3014010"/>
                  </a:lnTo>
                  <a:lnTo>
                    <a:pt x="337857" y="2963210"/>
                  </a:lnTo>
                  <a:lnTo>
                    <a:pt x="322409" y="2925110"/>
                  </a:lnTo>
                  <a:lnTo>
                    <a:pt x="307300" y="2887010"/>
                  </a:lnTo>
                  <a:lnTo>
                    <a:pt x="292534" y="2836210"/>
                  </a:lnTo>
                  <a:lnTo>
                    <a:pt x="278110" y="2798110"/>
                  </a:lnTo>
                  <a:lnTo>
                    <a:pt x="264030" y="2747310"/>
                  </a:lnTo>
                  <a:lnTo>
                    <a:pt x="250297" y="2709210"/>
                  </a:lnTo>
                  <a:lnTo>
                    <a:pt x="236912" y="2658410"/>
                  </a:lnTo>
                  <a:lnTo>
                    <a:pt x="223876" y="2620310"/>
                  </a:lnTo>
                  <a:lnTo>
                    <a:pt x="211191" y="2569510"/>
                  </a:lnTo>
                  <a:lnTo>
                    <a:pt x="198859" y="2531410"/>
                  </a:lnTo>
                  <a:lnTo>
                    <a:pt x="186881" y="2480610"/>
                  </a:lnTo>
                  <a:lnTo>
                    <a:pt x="175259" y="2442510"/>
                  </a:lnTo>
                  <a:lnTo>
                    <a:pt x="163994" y="2391710"/>
                  </a:lnTo>
                  <a:lnTo>
                    <a:pt x="153089" y="2353610"/>
                  </a:lnTo>
                  <a:lnTo>
                    <a:pt x="142544" y="2302810"/>
                  </a:lnTo>
                  <a:lnTo>
                    <a:pt x="132361" y="2264710"/>
                  </a:lnTo>
                  <a:lnTo>
                    <a:pt x="122542" y="2213910"/>
                  </a:lnTo>
                  <a:lnTo>
                    <a:pt x="113088" y="2163110"/>
                  </a:lnTo>
                  <a:lnTo>
                    <a:pt x="104002" y="2125010"/>
                  </a:lnTo>
                  <a:lnTo>
                    <a:pt x="95284" y="2074210"/>
                  </a:lnTo>
                  <a:lnTo>
                    <a:pt x="86936" y="2036110"/>
                  </a:lnTo>
                  <a:lnTo>
                    <a:pt x="78961" y="1985310"/>
                  </a:lnTo>
                  <a:lnTo>
                    <a:pt x="71358" y="1934510"/>
                  </a:lnTo>
                  <a:lnTo>
                    <a:pt x="64131" y="1896410"/>
                  </a:lnTo>
                  <a:lnTo>
                    <a:pt x="57280" y="1845610"/>
                  </a:lnTo>
                  <a:lnTo>
                    <a:pt x="50808" y="1794810"/>
                  </a:lnTo>
                  <a:lnTo>
                    <a:pt x="44716" y="1756710"/>
                  </a:lnTo>
                  <a:lnTo>
                    <a:pt x="39004" y="1705910"/>
                  </a:lnTo>
                  <a:lnTo>
                    <a:pt x="33676" y="1655110"/>
                  </a:lnTo>
                  <a:lnTo>
                    <a:pt x="28733" y="1604310"/>
                  </a:lnTo>
                  <a:lnTo>
                    <a:pt x="24176" y="1566210"/>
                  </a:lnTo>
                  <a:lnTo>
                    <a:pt x="20007" y="1515410"/>
                  </a:lnTo>
                  <a:lnTo>
                    <a:pt x="16227" y="1464610"/>
                  </a:lnTo>
                  <a:lnTo>
                    <a:pt x="12838" y="1413810"/>
                  </a:lnTo>
                  <a:lnTo>
                    <a:pt x="9842" y="1375710"/>
                  </a:lnTo>
                  <a:lnTo>
                    <a:pt x="7241" y="1324910"/>
                  </a:lnTo>
                  <a:lnTo>
                    <a:pt x="5035" y="1274110"/>
                  </a:lnTo>
                  <a:lnTo>
                    <a:pt x="3226" y="1223310"/>
                  </a:lnTo>
                  <a:lnTo>
                    <a:pt x="1817" y="1185210"/>
                  </a:lnTo>
                  <a:lnTo>
                    <a:pt x="808" y="1134410"/>
                  </a:lnTo>
                  <a:lnTo>
                    <a:pt x="202" y="1083610"/>
                  </a:lnTo>
                  <a:lnTo>
                    <a:pt x="0" y="1032810"/>
                  </a:lnTo>
                  <a:lnTo>
                    <a:pt x="202" y="982010"/>
                  </a:lnTo>
                  <a:lnTo>
                    <a:pt x="808" y="943910"/>
                  </a:lnTo>
                  <a:lnTo>
                    <a:pt x="1817" y="893110"/>
                  </a:lnTo>
                  <a:lnTo>
                    <a:pt x="3226" y="842310"/>
                  </a:lnTo>
                  <a:lnTo>
                    <a:pt x="5035" y="791510"/>
                  </a:lnTo>
                  <a:lnTo>
                    <a:pt x="7241" y="740710"/>
                  </a:lnTo>
                  <a:lnTo>
                    <a:pt x="9842" y="702610"/>
                  </a:lnTo>
                  <a:lnTo>
                    <a:pt x="12838" y="651810"/>
                  </a:lnTo>
                  <a:lnTo>
                    <a:pt x="16227" y="601010"/>
                  </a:lnTo>
                  <a:lnTo>
                    <a:pt x="20007" y="550210"/>
                  </a:lnTo>
                  <a:lnTo>
                    <a:pt x="24176" y="512110"/>
                  </a:lnTo>
                  <a:lnTo>
                    <a:pt x="28733" y="461310"/>
                  </a:lnTo>
                  <a:lnTo>
                    <a:pt x="33676" y="410510"/>
                  </a:lnTo>
                  <a:lnTo>
                    <a:pt x="39004" y="359710"/>
                  </a:lnTo>
                  <a:lnTo>
                    <a:pt x="44716" y="321610"/>
                  </a:lnTo>
                  <a:lnTo>
                    <a:pt x="50808" y="270810"/>
                  </a:lnTo>
                  <a:lnTo>
                    <a:pt x="57280" y="220010"/>
                  </a:lnTo>
                  <a:lnTo>
                    <a:pt x="64131" y="181910"/>
                  </a:lnTo>
                  <a:lnTo>
                    <a:pt x="71358" y="131110"/>
                  </a:lnTo>
                  <a:lnTo>
                    <a:pt x="78961" y="80310"/>
                  </a:lnTo>
                  <a:lnTo>
                    <a:pt x="86936" y="42210"/>
                  </a:lnTo>
                  <a:lnTo>
                    <a:pt x="93873" y="0"/>
                  </a:lnTo>
                  <a:lnTo>
                    <a:pt x="4782419" y="0"/>
                  </a:lnTo>
                  <a:lnTo>
                    <a:pt x="4782419" y="664621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67773" y="0"/>
              <a:ext cx="6620226" cy="46619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8614" y="-1642"/>
              <a:ext cx="5549242" cy="327225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-2641"/>
            <a:ext cx="5732145" cy="10290175"/>
            <a:chOff x="0" y="-2641"/>
            <a:chExt cx="5732145" cy="10290175"/>
          </a:xfrm>
        </p:grpSpPr>
        <p:sp>
          <p:nvSpPr>
            <p:cNvPr id="7" name="object 7"/>
            <p:cNvSpPr/>
            <p:nvPr/>
          </p:nvSpPr>
          <p:spPr>
            <a:xfrm>
              <a:off x="0" y="0"/>
              <a:ext cx="3933190" cy="10287000"/>
            </a:xfrm>
            <a:custGeom>
              <a:avLst/>
              <a:gdLst/>
              <a:ahLst/>
              <a:cxnLst/>
              <a:rect l="l" t="t" r="r" b="b"/>
              <a:pathLst>
                <a:path w="3933190" h="10287000">
                  <a:moveTo>
                    <a:pt x="3932751" y="10286999"/>
                  </a:moveTo>
                  <a:lnTo>
                    <a:pt x="0" y="10286999"/>
                  </a:lnTo>
                  <a:lnTo>
                    <a:pt x="0" y="0"/>
                  </a:lnTo>
                  <a:lnTo>
                    <a:pt x="3932751" y="0"/>
                  </a:lnTo>
                  <a:lnTo>
                    <a:pt x="3932751" y="10286999"/>
                  </a:lnTo>
                  <a:close/>
                </a:path>
              </a:pathLst>
            </a:custGeom>
            <a:solidFill>
              <a:srgbClr val="D6E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5118" y="0"/>
              <a:ext cx="1625600" cy="10287000"/>
            </a:xfrm>
            <a:custGeom>
              <a:avLst/>
              <a:gdLst/>
              <a:ahLst/>
              <a:cxnLst/>
              <a:rect l="l" t="t" r="r" b="b"/>
              <a:pathLst>
                <a:path w="1625600" h="10287000">
                  <a:moveTo>
                    <a:pt x="12699" y="3803392"/>
                  </a:moveTo>
                  <a:lnTo>
                    <a:pt x="12699" y="6439048"/>
                  </a:lnTo>
                  <a:lnTo>
                    <a:pt x="0" y="6388420"/>
                  </a:lnTo>
                  <a:lnTo>
                    <a:pt x="0" y="3854119"/>
                  </a:lnTo>
                  <a:lnTo>
                    <a:pt x="12699" y="3803392"/>
                  </a:lnTo>
                  <a:close/>
                </a:path>
                <a:path w="1625600" h="10287000">
                  <a:moveTo>
                    <a:pt x="25399" y="3296119"/>
                  </a:moveTo>
                  <a:lnTo>
                    <a:pt x="25399" y="6995938"/>
                  </a:lnTo>
                  <a:lnTo>
                    <a:pt x="12699" y="6945312"/>
                  </a:lnTo>
                  <a:lnTo>
                    <a:pt x="12699" y="3346847"/>
                  </a:lnTo>
                  <a:lnTo>
                    <a:pt x="25399" y="3296119"/>
                  </a:lnTo>
                  <a:close/>
                </a:path>
                <a:path w="1625600" h="10287000">
                  <a:moveTo>
                    <a:pt x="38099" y="2890290"/>
                  </a:moveTo>
                  <a:lnTo>
                    <a:pt x="38099" y="7400939"/>
                  </a:lnTo>
                  <a:lnTo>
                    <a:pt x="25399" y="7350315"/>
                  </a:lnTo>
                  <a:lnTo>
                    <a:pt x="25399" y="2941019"/>
                  </a:lnTo>
                  <a:lnTo>
                    <a:pt x="38099" y="2890290"/>
                  </a:lnTo>
                  <a:close/>
                </a:path>
                <a:path w="1625600" h="10287000">
                  <a:moveTo>
                    <a:pt x="50799" y="2535183"/>
                  </a:moveTo>
                  <a:lnTo>
                    <a:pt x="50799" y="7704685"/>
                  </a:lnTo>
                  <a:lnTo>
                    <a:pt x="38099" y="7654061"/>
                  </a:lnTo>
                  <a:lnTo>
                    <a:pt x="38099" y="2585913"/>
                  </a:lnTo>
                  <a:lnTo>
                    <a:pt x="50799" y="2535183"/>
                  </a:lnTo>
                  <a:close/>
                </a:path>
                <a:path w="1625600" h="10287000">
                  <a:moveTo>
                    <a:pt x="63499" y="2281531"/>
                  </a:moveTo>
                  <a:lnTo>
                    <a:pt x="63499" y="8008426"/>
                  </a:lnTo>
                  <a:lnTo>
                    <a:pt x="50799" y="7957803"/>
                  </a:lnTo>
                  <a:lnTo>
                    <a:pt x="50799" y="2332261"/>
                  </a:lnTo>
                  <a:lnTo>
                    <a:pt x="63499" y="2281531"/>
                  </a:lnTo>
                  <a:close/>
                </a:path>
                <a:path w="1625600" h="10287000">
                  <a:moveTo>
                    <a:pt x="76199" y="1977143"/>
                  </a:moveTo>
                  <a:lnTo>
                    <a:pt x="76199" y="8312163"/>
                  </a:lnTo>
                  <a:lnTo>
                    <a:pt x="63499" y="8261540"/>
                  </a:lnTo>
                  <a:lnTo>
                    <a:pt x="63499" y="2027875"/>
                  </a:lnTo>
                  <a:lnTo>
                    <a:pt x="76199" y="1977143"/>
                  </a:lnTo>
                  <a:close/>
                </a:path>
                <a:path w="1625600" h="10287000">
                  <a:moveTo>
                    <a:pt x="88899" y="1723483"/>
                  </a:moveTo>
                  <a:lnTo>
                    <a:pt x="88899" y="8565273"/>
                  </a:lnTo>
                  <a:lnTo>
                    <a:pt x="76199" y="8514651"/>
                  </a:lnTo>
                  <a:lnTo>
                    <a:pt x="76199" y="1774215"/>
                  </a:lnTo>
                  <a:lnTo>
                    <a:pt x="88899" y="1723483"/>
                  </a:lnTo>
                  <a:close/>
                </a:path>
                <a:path w="1625600" h="10287000">
                  <a:moveTo>
                    <a:pt x="101599" y="1520552"/>
                  </a:moveTo>
                  <a:lnTo>
                    <a:pt x="101599" y="8767759"/>
                  </a:lnTo>
                  <a:lnTo>
                    <a:pt x="88899" y="8717138"/>
                  </a:lnTo>
                  <a:lnTo>
                    <a:pt x="88899" y="1571285"/>
                  </a:lnTo>
                  <a:lnTo>
                    <a:pt x="101599" y="1520552"/>
                  </a:lnTo>
                  <a:close/>
                </a:path>
                <a:path w="1625600" h="10287000">
                  <a:moveTo>
                    <a:pt x="114299" y="1266886"/>
                  </a:moveTo>
                  <a:lnTo>
                    <a:pt x="114299" y="8970243"/>
                  </a:lnTo>
                  <a:lnTo>
                    <a:pt x="101599" y="8919622"/>
                  </a:lnTo>
                  <a:lnTo>
                    <a:pt x="101599" y="1317620"/>
                  </a:lnTo>
                  <a:lnTo>
                    <a:pt x="114299" y="1266886"/>
                  </a:lnTo>
                  <a:close/>
                </a:path>
                <a:path w="1625600" h="10287000">
                  <a:moveTo>
                    <a:pt x="126999" y="1063950"/>
                  </a:moveTo>
                  <a:lnTo>
                    <a:pt x="126999" y="9223345"/>
                  </a:lnTo>
                  <a:lnTo>
                    <a:pt x="114299" y="9172725"/>
                  </a:lnTo>
                  <a:lnTo>
                    <a:pt x="114299" y="1114685"/>
                  </a:lnTo>
                  <a:lnTo>
                    <a:pt x="126999" y="1063950"/>
                  </a:lnTo>
                  <a:close/>
                </a:path>
                <a:path w="1625600" h="10287000">
                  <a:moveTo>
                    <a:pt x="139699" y="861013"/>
                  </a:moveTo>
                  <a:lnTo>
                    <a:pt x="139699" y="9375205"/>
                  </a:lnTo>
                  <a:lnTo>
                    <a:pt x="126999" y="9324585"/>
                  </a:lnTo>
                  <a:lnTo>
                    <a:pt x="126999" y="911747"/>
                  </a:lnTo>
                  <a:lnTo>
                    <a:pt x="139699" y="861013"/>
                  </a:lnTo>
                  <a:close/>
                </a:path>
                <a:path w="1625600" h="10287000">
                  <a:moveTo>
                    <a:pt x="152399" y="708808"/>
                  </a:moveTo>
                  <a:lnTo>
                    <a:pt x="152399" y="9577683"/>
                  </a:lnTo>
                  <a:lnTo>
                    <a:pt x="139699" y="9527064"/>
                  </a:lnTo>
                  <a:lnTo>
                    <a:pt x="139699" y="759543"/>
                  </a:lnTo>
                  <a:lnTo>
                    <a:pt x="152399" y="708808"/>
                  </a:lnTo>
                  <a:close/>
                </a:path>
                <a:path w="1625600" h="10287000">
                  <a:moveTo>
                    <a:pt x="165099" y="505866"/>
                  </a:moveTo>
                  <a:lnTo>
                    <a:pt x="165099" y="9780159"/>
                  </a:lnTo>
                  <a:lnTo>
                    <a:pt x="152399" y="9729540"/>
                  </a:lnTo>
                  <a:lnTo>
                    <a:pt x="152399" y="556602"/>
                  </a:lnTo>
                  <a:lnTo>
                    <a:pt x="165099" y="505866"/>
                  </a:lnTo>
                  <a:close/>
                </a:path>
                <a:path w="1625600" h="10287000">
                  <a:moveTo>
                    <a:pt x="177799" y="353658"/>
                  </a:moveTo>
                  <a:lnTo>
                    <a:pt x="177799" y="9932014"/>
                  </a:lnTo>
                  <a:lnTo>
                    <a:pt x="165099" y="9881396"/>
                  </a:lnTo>
                  <a:lnTo>
                    <a:pt x="165099" y="404394"/>
                  </a:lnTo>
                  <a:lnTo>
                    <a:pt x="177799" y="353658"/>
                  </a:lnTo>
                  <a:close/>
                </a:path>
                <a:path w="1625600" h="10287000">
                  <a:moveTo>
                    <a:pt x="190499" y="201449"/>
                  </a:moveTo>
                  <a:lnTo>
                    <a:pt x="190499" y="10083869"/>
                  </a:lnTo>
                  <a:lnTo>
                    <a:pt x="177799" y="10033251"/>
                  </a:lnTo>
                  <a:lnTo>
                    <a:pt x="177799" y="252186"/>
                  </a:lnTo>
                  <a:lnTo>
                    <a:pt x="190499" y="201449"/>
                  </a:lnTo>
                  <a:close/>
                </a:path>
                <a:path w="1625600" h="10287000">
                  <a:moveTo>
                    <a:pt x="1574799" y="10277057"/>
                  </a:moveTo>
                  <a:lnTo>
                    <a:pt x="1574799" y="10286999"/>
                  </a:lnTo>
                  <a:lnTo>
                    <a:pt x="203199" y="10286999"/>
                  </a:lnTo>
                  <a:lnTo>
                    <a:pt x="203199" y="10286339"/>
                  </a:lnTo>
                  <a:lnTo>
                    <a:pt x="190499" y="10235722"/>
                  </a:lnTo>
                  <a:lnTo>
                    <a:pt x="190499" y="49239"/>
                  </a:lnTo>
                  <a:lnTo>
                    <a:pt x="203199" y="0"/>
                  </a:lnTo>
                  <a:lnTo>
                    <a:pt x="419099" y="0"/>
                  </a:lnTo>
                  <a:lnTo>
                    <a:pt x="419099" y="6080491"/>
                  </a:lnTo>
                  <a:lnTo>
                    <a:pt x="431799" y="6117547"/>
                  </a:lnTo>
                  <a:lnTo>
                    <a:pt x="431799" y="6348451"/>
                  </a:lnTo>
                  <a:lnTo>
                    <a:pt x="444499" y="6388348"/>
                  </a:lnTo>
                  <a:lnTo>
                    <a:pt x="444499" y="6510432"/>
                  </a:lnTo>
                  <a:lnTo>
                    <a:pt x="457199" y="6551918"/>
                  </a:lnTo>
                  <a:lnTo>
                    <a:pt x="457199" y="6636069"/>
                  </a:lnTo>
                  <a:lnTo>
                    <a:pt x="469899" y="6678730"/>
                  </a:lnTo>
                  <a:lnTo>
                    <a:pt x="469899" y="6765217"/>
                  </a:lnTo>
                  <a:lnTo>
                    <a:pt x="482599" y="6809039"/>
                  </a:lnTo>
                  <a:lnTo>
                    <a:pt x="482599" y="6853244"/>
                  </a:lnTo>
                  <a:lnTo>
                    <a:pt x="495299" y="6897832"/>
                  </a:lnTo>
                  <a:lnTo>
                    <a:pt x="495299" y="6942800"/>
                  </a:lnTo>
                  <a:lnTo>
                    <a:pt x="507999" y="6988148"/>
                  </a:lnTo>
                  <a:lnTo>
                    <a:pt x="507999" y="7033872"/>
                  </a:lnTo>
                  <a:lnTo>
                    <a:pt x="520699" y="7079972"/>
                  </a:lnTo>
                  <a:lnTo>
                    <a:pt x="520699" y="7126447"/>
                  </a:lnTo>
                  <a:lnTo>
                    <a:pt x="533399" y="7173294"/>
                  </a:lnTo>
                  <a:lnTo>
                    <a:pt x="533399" y="7220512"/>
                  </a:lnTo>
                  <a:lnTo>
                    <a:pt x="558799" y="7316054"/>
                  </a:lnTo>
                  <a:lnTo>
                    <a:pt x="558799" y="7364375"/>
                  </a:lnTo>
                  <a:lnTo>
                    <a:pt x="596899" y="7511520"/>
                  </a:lnTo>
                  <a:lnTo>
                    <a:pt x="596899" y="7561290"/>
                  </a:lnTo>
                  <a:lnTo>
                    <a:pt x="749299" y="8186019"/>
                  </a:lnTo>
                  <a:lnTo>
                    <a:pt x="774699" y="8240322"/>
                  </a:lnTo>
                  <a:lnTo>
                    <a:pt x="812799" y="8405251"/>
                  </a:lnTo>
                  <a:lnTo>
                    <a:pt x="838199" y="8460894"/>
                  </a:lnTo>
                  <a:lnTo>
                    <a:pt x="863599" y="8573174"/>
                  </a:lnTo>
                  <a:lnTo>
                    <a:pt x="888999" y="8629806"/>
                  </a:lnTo>
                  <a:lnTo>
                    <a:pt x="901699" y="8686765"/>
                  </a:lnTo>
                  <a:lnTo>
                    <a:pt x="927099" y="8744049"/>
                  </a:lnTo>
                  <a:lnTo>
                    <a:pt x="939799" y="8801656"/>
                  </a:lnTo>
                  <a:lnTo>
                    <a:pt x="990599" y="8917834"/>
                  </a:lnTo>
                  <a:lnTo>
                    <a:pt x="1003299" y="8976401"/>
                  </a:lnTo>
                  <a:lnTo>
                    <a:pt x="1079499" y="9153997"/>
                  </a:lnTo>
                  <a:lnTo>
                    <a:pt x="1092199" y="9213822"/>
                  </a:lnTo>
                  <a:lnTo>
                    <a:pt x="1295399" y="9703467"/>
                  </a:lnTo>
                  <a:lnTo>
                    <a:pt x="1333499" y="9766030"/>
                  </a:lnTo>
                  <a:lnTo>
                    <a:pt x="1384299" y="9892041"/>
                  </a:lnTo>
                  <a:lnTo>
                    <a:pt x="1422399" y="9955487"/>
                  </a:lnTo>
                  <a:lnTo>
                    <a:pt x="1473199" y="10083252"/>
                  </a:lnTo>
                  <a:lnTo>
                    <a:pt x="1511299" y="10147568"/>
                  </a:lnTo>
                  <a:lnTo>
                    <a:pt x="1536699" y="10212170"/>
                  </a:lnTo>
                  <a:lnTo>
                    <a:pt x="1574799" y="10277057"/>
                  </a:lnTo>
                  <a:close/>
                </a:path>
                <a:path w="1625600" h="10287000">
                  <a:moveTo>
                    <a:pt x="1625599" y="0"/>
                  </a:moveTo>
                  <a:lnTo>
                    <a:pt x="1612899" y="45497"/>
                  </a:lnTo>
                  <a:lnTo>
                    <a:pt x="1600199" y="85860"/>
                  </a:lnTo>
                  <a:lnTo>
                    <a:pt x="1549399" y="253322"/>
                  </a:lnTo>
                  <a:lnTo>
                    <a:pt x="1485899" y="475896"/>
                  </a:lnTo>
                  <a:lnTo>
                    <a:pt x="1460499" y="522141"/>
                  </a:lnTo>
                  <a:lnTo>
                    <a:pt x="1447799" y="568953"/>
                  </a:lnTo>
                  <a:lnTo>
                    <a:pt x="1371599" y="861557"/>
                  </a:lnTo>
                  <a:lnTo>
                    <a:pt x="1346199" y="912245"/>
                  </a:lnTo>
                  <a:lnTo>
                    <a:pt x="1282699" y="1173699"/>
                  </a:lnTo>
                  <a:lnTo>
                    <a:pt x="1257299" y="1227567"/>
                  </a:lnTo>
                  <a:lnTo>
                    <a:pt x="1193799" y="1504593"/>
                  </a:lnTo>
                  <a:lnTo>
                    <a:pt x="1168399" y="1561511"/>
                  </a:lnTo>
                  <a:lnTo>
                    <a:pt x="1117599" y="1794099"/>
                  </a:lnTo>
                  <a:lnTo>
                    <a:pt x="1092199" y="1853457"/>
                  </a:lnTo>
                  <a:lnTo>
                    <a:pt x="1041399" y="2095628"/>
                  </a:lnTo>
                  <a:lnTo>
                    <a:pt x="1015999" y="2204511"/>
                  </a:lnTo>
                  <a:lnTo>
                    <a:pt x="990599" y="2281385"/>
                  </a:lnTo>
                  <a:lnTo>
                    <a:pt x="977899" y="2361493"/>
                  </a:lnTo>
                  <a:lnTo>
                    <a:pt x="965199" y="2402707"/>
                  </a:lnTo>
                  <a:lnTo>
                    <a:pt x="927099" y="2530744"/>
                  </a:lnTo>
                  <a:lnTo>
                    <a:pt x="927099" y="2574818"/>
                  </a:lnTo>
                  <a:lnTo>
                    <a:pt x="863599" y="2804713"/>
                  </a:lnTo>
                  <a:lnTo>
                    <a:pt x="863599" y="2852451"/>
                  </a:lnTo>
                  <a:lnTo>
                    <a:pt x="774699" y="3200513"/>
                  </a:lnTo>
                  <a:lnTo>
                    <a:pt x="774699" y="3251971"/>
                  </a:lnTo>
                  <a:lnTo>
                    <a:pt x="685799" y="3621409"/>
                  </a:lnTo>
                  <a:lnTo>
                    <a:pt x="685799" y="3675255"/>
                  </a:lnTo>
                  <a:lnTo>
                    <a:pt x="622299" y="3947138"/>
                  </a:lnTo>
                  <a:lnTo>
                    <a:pt x="622299" y="4001899"/>
                  </a:lnTo>
                  <a:lnTo>
                    <a:pt x="584199" y="4166581"/>
                  </a:lnTo>
                  <a:lnTo>
                    <a:pt x="584199" y="4221537"/>
                  </a:lnTo>
                  <a:lnTo>
                    <a:pt x="546099" y="4386301"/>
                  </a:lnTo>
                  <a:lnTo>
                    <a:pt x="546099" y="4441119"/>
                  </a:lnTo>
                  <a:lnTo>
                    <a:pt x="533399" y="4495850"/>
                  </a:lnTo>
                  <a:lnTo>
                    <a:pt x="533399" y="4550473"/>
                  </a:lnTo>
                  <a:lnTo>
                    <a:pt x="507999" y="4659313"/>
                  </a:lnTo>
                  <a:lnTo>
                    <a:pt x="507999" y="4713489"/>
                  </a:lnTo>
                  <a:lnTo>
                    <a:pt x="495299" y="4767474"/>
                  </a:lnTo>
                  <a:lnTo>
                    <a:pt x="495299" y="4821247"/>
                  </a:lnTo>
                  <a:lnTo>
                    <a:pt x="482599" y="4874788"/>
                  </a:lnTo>
                  <a:lnTo>
                    <a:pt x="482599" y="4928075"/>
                  </a:lnTo>
                  <a:lnTo>
                    <a:pt x="469899" y="4981089"/>
                  </a:lnTo>
                  <a:lnTo>
                    <a:pt x="469899" y="5033807"/>
                  </a:lnTo>
                  <a:lnTo>
                    <a:pt x="457199" y="5086210"/>
                  </a:lnTo>
                  <a:lnTo>
                    <a:pt x="457199" y="5138276"/>
                  </a:lnTo>
                  <a:lnTo>
                    <a:pt x="444499" y="5189985"/>
                  </a:lnTo>
                  <a:lnTo>
                    <a:pt x="444499" y="5345237"/>
                  </a:lnTo>
                  <a:lnTo>
                    <a:pt x="431799" y="5372407"/>
                  </a:lnTo>
                  <a:lnTo>
                    <a:pt x="431799" y="5605732"/>
                  </a:lnTo>
                  <a:lnTo>
                    <a:pt x="419099" y="5636870"/>
                  </a:lnTo>
                  <a:lnTo>
                    <a:pt x="419099" y="0"/>
                  </a:lnTo>
                  <a:lnTo>
                    <a:pt x="1625599" y="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84783" y="-2641"/>
              <a:ext cx="1405255" cy="10290175"/>
            </a:xfrm>
            <a:custGeom>
              <a:avLst/>
              <a:gdLst/>
              <a:ahLst/>
              <a:cxnLst/>
              <a:rect l="l" t="t" r="r" b="b"/>
              <a:pathLst>
                <a:path w="1405254" h="10290175">
                  <a:moveTo>
                    <a:pt x="1404978" y="10289641"/>
                  </a:moveTo>
                  <a:lnTo>
                    <a:pt x="0" y="10289641"/>
                  </a:lnTo>
                  <a:lnTo>
                    <a:pt x="23827" y="2641"/>
                  </a:lnTo>
                  <a:lnTo>
                    <a:pt x="197838" y="2641"/>
                  </a:lnTo>
                  <a:lnTo>
                    <a:pt x="197838" y="4470084"/>
                  </a:lnTo>
                  <a:lnTo>
                    <a:pt x="198258" y="4517302"/>
                  </a:lnTo>
                  <a:lnTo>
                    <a:pt x="198719" y="4551284"/>
                  </a:lnTo>
                  <a:lnTo>
                    <a:pt x="198719" y="4551935"/>
                  </a:lnTo>
                  <a:lnTo>
                    <a:pt x="201823" y="4681142"/>
                  </a:lnTo>
                  <a:lnTo>
                    <a:pt x="205225" y="4769612"/>
                  </a:lnTo>
                  <a:lnTo>
                    <a:pt x="213036" y="4914472"/>
                  </a:lnTo>
                  <a:lnTo>
                    <a:pt x="222512" y="5045565"/>
                  </a:lnTo>
                  <a:lnTo>
                    <a:pt x="236496" y="5200670"/>
                  </a:lnTo>
                  <a:lnTo>
                    <a:pt x="253487" y="5358805"/>
                  </a:lnTo>
                  <a:lnTo>
                    <a:pt x="280383" y="5573391"/>
                  </a:lnTo>
                  <a:lnTo>
                    <a:pt x="311584" y="5791031"/>
                  </a:lnTo>
                  <a:lnTo>
                    <a:pt x="355734" y="6065345"/>
                  </a:lnTo>
                  <a:lnTo>
                    <a:pt x="414735" y="6394406"/>
                  </a:lnTo>
                  <a:lnTo>
                    <a:pt x="500330" y="6825576"/>
                  </a:lnTo>
                  <a:lnTo>
                    <a:pt x="622869" y="7386163"/>
                  </a:lnTo>
                  <a:lnTo>
                    <a:pt x="844268" y="8313307"/>
                  </a:lnTo>
                  <a:lnTo>
                    <a:pt x="979535" y="8838734"/>
                  </a:lnTo>
                  <a:lnTo>
                    <a:pt x="1127687" y="9374664"/>
                  </a:lnTo>
                  <a:lnTo>
                    <a:pt x="1283617" y="9901784"/>
                  </a:lnTo>
                  <a:lnTo>
                    <a:pt x="1404978" y="10289641"/>
                  </a:lnTo>
                  <a:close/>
                </a:path>
                <a:path w="1405254" h="10290175">
                  <a:moveTo>
                    <a:pt x="23827" y="2641"/>
                  </a:moveTo>
                  <a:lnTo>
                    <a:pt x="23827" y="3831441"/>
                  </a:lnTo>
                  <a:lnTo>
                    <a:pt x="0" y="0"/>
                  </a:lnTo>
                  <a:lnTo>
                    <a:pt x="0" y="2641"/>
                  </a:lnTo>
                  <a:lnTo>
                    <a:pt x="23827" y="2641"/>
                  </a:lnTo>
                  <a:close/>
                </a:path>
                <a:path w="1405254" h="10290175">
                  <a:moveTo>
                    <a:pt x="1354216" y="2641"/>
                  </a:moveTo>
                  <a:lnTo>
                    <a:pt x="1317919" y="74711"/>
                  </a:lnTo>
                  <a:lnTo>
                    <a:pt x="1254435" y="203628"/>
                  </a:lnTo>
                  <a:lnTo>
                    <a:pt x="1193297" y="331393"/>
                  </a:lnTo>
                  <a:lnTo>
                    <a:pt x="1134463" y="457992"/>
                  </a:lnTo>
                  <a:lnTo>
                    <a:pt x="1077892" y="583412"/>
                  </a:lnTo>
                  <a:lnTo>
                    <a:pt x="1023544" y="707642"/>
                  </a:lnTo>
                  <a:lnTo>
                    <a:pt x="971376" y="830667"/>
                  </a:lnTo>
                  <a:lnTo>
                    <a:pt x="897123" y="1012921"/>
                  </a:lnTo>
                  <a:lnTo>
                    <a:pt x="827545" y="1192394"/>
                  </a:lnTo>
                  <a:lnTo>
                    <a:pt x="762503" y="1369044"/>
                  </a:lnTo>
                  <a:lnTo>
                    <a:pt x="701859" y="1542827"/>
                  </a:lnTo>
                  <a:lnTo>
                    <a:pt x="645472" y="1713702"/>
                  </a:lnTo>
                  <a:lnTo>
                    <a:pt x="593204" y="1881624"/>
                  </a:lnTo>
                  <a:lnTo>
                    <a:pt x="544917" y="2046552"/>
                  </a:lnTo>
                  <a:lnTo>
                    <a:pt x="500470" y="2208441"/>
                  </a:lnTo>
                  <a:lnTo>
                    <a:pt x="459726" y="2367250"/>
                  </a:lnTo>
                  <a:lnTo>
                    <a:pt x="422544" y="2522935"/>
                  </a:lnTo>
                  <a:lnTo>
                    <a:pt x="388786" y="2675452"/>
                  </a:lnTo>
                  <a:lnTo>
                    <a:pt x="358313" y="2824761"/>
                  </a:lnTo>
                  <a:lnTo>
                    <a:pt x="330987" y="2970816"/>
                  </a:lnTo>
                  <a:lnTo>
                    <a:pt x="306666" y="3113576"/>
                  </a:lnTo>
                  <a:lnTo>
                    <a:pt x="285214" y="3252997"/>
                  </a:lnTo>
                  <a:lnTo>
                    <a:pt x="266491" y="3389036"/>
                  </a:lnTo>
                  <a:lnTo>
                    <a:pt x="250357" y="3521651"/>
                  </a:lnTo>
                  <a:lnTo>
                    <a:pt x="236674" y="3650799"/>
                  </a:lnTo>
                  <a:lnTo>
                    <a:pt x="225303" y="3776436"/>
                  </a:lnTo>
                  <a:lnTo>
                    <a:pt x="213497" y="3938417"/>
                  </a:lnTo>
                  <a:lnTo>
                    <a:pt x="205225" y="4093979"/>
                  </a:lnTo>
                  <a:lnTo>
                    <a:pt x="200043" y="4247189"/>
                  </a:lnTo>
                  <a:lnTo>
                    <a:pt x="200043" y="4248061"/>
                  </a:lnTo>
                  <a:lnTo>
                    <a:pt x="199336" y="4279900"/>
                  </a:lnTo>
                  <a:lnTo>
                    <a:pt x="197838" y="4399881"/>
                  </a:lnTo>
                  <a:lnTo>
                    <a:pt x="197838" y="2641"/>
                  </a:lnTo>
                  <a:lnTo>
                    <a:pt x="1354216" y="2641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08396" y="0"/>
              <a:ext cx="1371600" cy="10287000"/>
            </a:xfrm>
            <a:custGeom>
              <a:avLst/>
              <a:gdLst/>
              <a:ahLst/>
              <a:cxnLst/>
              <a:rect l="l" t="t" r="r" b="b"/>
              <a:pathLst>
                <a:path w="1371600" h="10287000">
                  <a:moveTo>
                    <a:pt x="1358899" y="10286999"/>
                  </a:moveTo>
                  <a:lnTo>
                    <a:pt x="0" y="10286999"/>
                  </a:lnTo>
                  <a:lnTo>
                    <a:pt x="0" y="10185368"/>
                  </a:lnTo>
                  <a:lnTo>
                    <a:pt x="12699" y="10134785"/>
                  </a:lnTo>
                  <a:lnTo>
                    <a:pt x="12699" y="10084203"/>
                  </a:lnTo>
                  <a:lnTo>
                    <a:pt x="25399" y="10033621"/>
                  </a:lnTo>
                  <a:lnTo>
                    <a:pt x="25399" y="9983039"/>
                  </a:lnTo>
                  <a:lnTo>
                    <a:pt x="38099" y="9932458"/>
                  </a:lnTo>
                  <a:lnTo>
                    <a:pt x="38099" y="9881876"/>
                  </a:lnTo>
                  <a:lnTo>
                    <a:pt x="50799" y="9831295"/>
                  </a:lnTo>
                  <a:lnTo>
                    <a:pt x="50799" y="9730134"/>
                  </a:lnTo>
                  <a:lnTo>
                    <a:pt x="63499" y="9679554"/>
                  </a:lnTo>
                  <a:lnTo>
                    <a:pt x="63499" y="9628974"/>
                  </a:lnTo>
                  <a:lnTo>
                    <a:pt x="76199" y="9578395"/>
                  </a:lnTo>
                  <a:lnTo>
                    <a:pt x="76199" y="9477236"/>
                  </a:lnTo>
                  <a:lnTo>
                    <a:pt x="88899" y="9426658"/>
                  </a:lnTo>
                  <a:lnTo>
                    <a:pt x="88899" y="9376079"/>
                  </a:lnTo>
                  <a:lnTo>
                    <a:pt x="101599" y="9325501"/>
                  </a:lnTo>
                  <a:lnTo>
                    <a:pt x="101599" y="9224345"/>
                  </a:lnTo>
                  <a:lnTo>
                    <a:pt x="114299" y="9173768"/>
                  </a:lnTo>
                  <a:lnTo>
                    <a:pt x="114299" y="9123191"/>
                  </a:lnTo>
                  <a:lnTo>
                    <a:pt x="126999" y="9072614"/>
                  </a:lnTo>
                  <a:lnTo>
                    <a:pt x="126999" y="8971461"/>
                  </a:lnTo>
                  <a:lnTo>
                    <a:pt x="139699" y="8920885"/>
                  </a:lnTo>
                  <a:lnTo>
                    <a:pt x="139699" y="8819733"/>
                  </a:lnTo>
                  <a:lnTo>
                    <a:pt x="152399" y="8769158"/>
                  </a:lnTo>
                  <a:lnTo>
                    <a:pt x="152399" y="8668008"/>
                  </a:lnTo>
                  <a:lnTo>
                    <a:pt x="165099" y="8617434"/>
                  </a:lnTo>
                  <a:lnTo>
                    <a:pt x="165099" y="8516286"/>
                  </a:lnTo>
                  <a:lnTo>
                    <a:pt x="177799" y="8465712"/>
                  </a:lnTo>
                  <a:lnTo>
                    <a:pt x="177799" y="8313993"/>
                  </a:lnTo>
                  <a:lnTo>
                    <a:pt x="190499" y="8263420"/>
                  </a:lnTo>
                  <a:lnTo>
                    <a:pt x="190499" y="8162276"/>
                  </a:lnTo>
                  <a:lnTo>
                    <a:pt x="203199" y="8111704"/>
                  </a:lnTo>
                  <a:lnTo>
                    <a:pt x="203199" y="7959991"/>
                  </a:lnTo>
                  <a:lnTo>
                    <a:pt x="215899" y="7909420"/>
                  </a:lnTo>
                  <a:lnTo>
                    <a:pt x="215899" y="7757709"/>
                  </a:lnTo>
                  <a:lnTo>
                    <a:pt x="228599" y="7707140"/>
                  </a:lnTo>
                  <a:lnTo>
                    <a:pt x="228599" y="7555433"/>
                  </a:lnTo>
                  <a:lnTo>
                    <a:pt x="241299" y="7504864"/>
                  </a:lnTo>
                  <a:lnTo>
                    <a:pt x="241299" y="7302593"/>
                  </a:lnTo>
                  <a:lnTo>
                    <a:pt x="253999" y="7252026"/>
                  </a:lnTo>
                  <a:lnTo>
                    <a:pt x="253999" y="6999194"/>
                  </a:lnTo>
                  <a:lnTo>
                    <a:pt x="266699" y="6948629"/>
                  </a:lnTo>
                  <a:lnTo>
                    <a:pt x="266699" y="6695805"/>
                  </a:lnTo>
                  <a:lnTo>
                    <a:pt x="279399" y="6645241"/>
                  </a:lnTo>
                  <a:lnTo>
                    <a:pt x="279399" y="6291301"/>
                  </a:lnTo>
                  <a:lnTo>
                    <a:pt x="292099" y="6240740"/>
                  </a:lnTo>
                  <a:lnTo>
                    <a:pt x="292099" y="5482346"/>
                  </a:lnTo>
                  <a:lnTo>
                    <a:pt x="304799" y="5431788"/>
                  </a:lnTo>
                  <a:lnTo>
                    <a:pt x="304799" y="0"/>
                  </a:lnTo>
                  <a:lnTo>
                    <a:pt x="495299" y="0"/>
                  </a:lnTo>
                  <a:lnTo>
                    <a:pt x="495299" y="5791685"/>
                  </a:lnTo>
                  <a:lnTo>
                    <a:pt x="507999" y="5849199"/>
                  </a:lnTo>
                  <a:lnTo>
                    <a:pt x="507999" y="6080587"/>
                  </a:lnTo>
                  <a:lnTo>
                    <a:pt x="520699" y="6138763"/>
                  </a:lnTo>
                  <a:lnTo>
                    <a:pt x="520699" y="6255505"/>
                  </a:lnTo>
                  <a:lnTo>
                    <a:pt x="533399" y="6314069"/>
                  </a:lnTo>
                  <a:lnTo>
                    <a:pt x="533399" y="6431577"/>
                  </a:lnTo>
                  <a:lnTo>
                    <a:pt x="546099" y="6490520"/>
                  </a:lnTo>
                  <a:lnTo>
                    <a:pt x="546099" y="6608780"/>
                  </a:lnTo>
                  <a:lnTo>
                    <a:pt x="558799" y="6668095"/>
                  </a:lnTo>
                  <a:lnTo>
                    <a:pt x="558799" y="6727533"/>
                  </a:lnTo>
                  <a:lnTo>
                    <a:pt x="571499" y="6787092"/>
                  </a:lnTo>
                  <a:lnTo>
                    <a:pt x="571499" y="6846771"/>
                  </a:lnTo>
                  <a:lnTo>
                    <a:pt x="584199" y="6906570"/>
                  </a:lnTo>
                  <a:lnTo>
                    <a:pt x="584199" y="6966488"/>
                  </a:lnTo>
                  <a:lnTo>
                    <a:pt x="596899" y="7026524"/>
                  </a:lnTo>
                  <a:lnTo>
                    <a:pt x="596899" y="7086677"/>
                  </a:lnTo>
                  <a:lnTo>
                    <a:pt x="622299" y="7207332"/>
                  </a:lnTo>
                  <a:lnTo>
                    <a:pt x="622299" y="7267831"/>
                  </a:lnTo>
                  <a:lnTo>
                    <a:pt x="647699" y="7389171"/>
                  </a:lnTo>
                  <a:lnTo>
                    <a:pt x="647699" y="7450009"/>
                  </a:lnTo>
                  <a:lnTo>
                    <a:pt x="685799" y="7633187"/>
                  </a:lnTo>
                  <a:lnTo>
                    <a:pt x="685799" y="7694465"/>
                  </a:lnTo>
                  <a:lnTo>
                    <a:pt x="761999" y="8064365"/>
                  </a:lnTo>
                  <a:lnTo>
                    <a:pt x="761999" y="8126379"/>
                  </a:lnTo>
                  <a:lnTo>
                    <a:pt x="774699" y="8188495"/>
                  </a:lnTo>
                  <a:lnTo>
                    <a:pt x="838199" y="8438512"/>
                  </a:lnTo>
                  <a:lnTo>
                    <a:pt x="838199" y="8488372"/>
                  </a:lnTo>
                  <a:lnTo>
                    <a:pt x="1104899" y="9524425"/>
                  </a:lnTo>
                  <a:lnTo>
                    <a:pt x="1130299" y="9573237"/>
                  </a:lnTo>
                  <a:lnTo>
                    <a:pt x="1181099" y="9768006"/>
                  </a:lnTo>
                  <a:lnTo>
                    <a:pt x="1206499" y="9816579"/>
                  </a:lnTo>
                  <a:lnTo>
                    <a:pt x="1244599" y="9962012"/>
                  </a:lnTo>
                  <a:lnTo>
                    <a:pt x="1269999" y="10010394"/>
                  </a:lnTo>
                  <a:lnTo>
                    <a:pt x="1308099" y="10155255"/>
                  </a:lnTo>
                  <a:lnTo>
                    <a:pt x="1333499" y="10203447"/>
                  </a:lnTo>
                  <a:lnTo>
                    <a:pt x="1346199" y="10251591"/>
                  </a:lnTo>
                  <a:lnTo>
                    <a:pt x="1358899" y="10286999"/>
                  </a:lnTo>
                  <a:close/>
                </a:path>
                <a:path w="1371600" h="10287000">
                  <a:moveTo>
                    <a:pt x="304799" y="0"/>
                  </a:moveTo>
                  <a:lnTo>
                    <a:pt x="304799" y="4824247"/>
                  </a:lnTo>
                  <a:lnTo>
                    <a:pt x="292099" y="4773262"/>
                  </a:lnTo>
                  <a:lnTo>
                    <a:pt x="292099" y="4059876"/>
                  </a:lnTo>
                  <a:lnTo>
                    <a:pt x="279399" y="4008949"/>
                  </a:lnTo>
                  <a:lnTo>
                    <a:pt x="279399" y="3652566"/>
                  </a:lnTo>
                  <a:lnTo>
                    <a:pt x="266699" y="3601670"/>
                  </a:lnTo>
                  <a:lnTo>
                    <a:pt x="266699" y="3296372"/>
                  </a:lnTo>
                  <a:lnTo>
                    <a:pt x="253999" y="3245503"/>
                  </a:lnTo>
                  <a:lnTo>
                    <a:pt x="253999" y="3042063"/>
                  </a:lnTo>
                  <a:lnTo>
                    <a:pt x="241299" y="2991213"/>
                  </a:lnTo>
                  <a:lnTo>
                    <a:pt x="241299" y="2787851"/>
                  </a:lnTo>
                  <a:lnTo>
                    <a:pt x="228599" y="2737020"/>
                  </a:lnTo>
                  <a:lnTo>
                    <a:pt x="228599" y="2584550"/>
                  </a:lnTo>
                  <a:lnTo>
                    <a:pt x="215899" y="2533735"/>
                  </a:lnTo>
                  <a:lnTo>
                    <a:pt x="215899" y="2381311"/>
                  </a:lnTo>
                  <a:lnTo>
                    <a:pt x="203199" y="2330511"/>
                  </a:lnTo>
                  <a:lnTo>
                    <a:pt x="203199" y="2178134"/>
                  </a:lnTo>
                  <a:lnTo>
                    <a:pt x="190499" y="2127349"/>
                  </a:lnTo>
                  <a:lnTo>
                    <a:pt x="190499" y="2025791"/>
                  </a:lnTo>
                  <a:lnTo>
                    <a:pt x="177799" y="1975018"/>
                  </a:lnTo>
                  <a:lnTo>
                    <a:pt x="177799" y="1822722"/>
                  </a:lnTo>
                  <a:lnTo>
                    <a:pt x="165099" y="1771964"/>
                  </a:lnTo>
                  <a:lnTo>
                    <a:pt x="165099" y="1670460"/>
                  </a:lnTo>
                  <a:lnTo>
                    <a:pt x="152399" y="1619714"/>
                  </a:lnTo>
                  <a:lnTo>
                    <a:pt x="152399" y="1518233"/>
                  </a:lnTo>
                  <a:lnTo>
                    <a:pt x="139699" y="1467499"/>
                  </a:lnTo>
                  <a:lnTo>
                    <a:pt x="139699" y="1366041"/>
                  </a:lnTo>
                  <a:lnTo>
                    <a:pt x="126999" y="1315318"/>
                  </a:lnTo>
                  <a:lnTo>
                    <a:pt x="126999" y="1213883"/>
                  </a:lnTo>
                  <a:lnTo>
                    <a:pt x="114299" y="1163172"/>
                  </a:lnTo>
                  <a:lnTo>
                    <a:pt x="114299" y="1112464"/>
                  </a:lnTo>
                  <a:lnTo>
                    <a:pt x="101599" y="1061760"/>
                  </a:lnTo>
                  <a:lnTo>
                    <a:pt x="101599" y="960364"/>
                  </a:lnTo>
                  <a:lnTo>
                    <a:pt x="88899" y="909672"/>
                  </a:lnTo>
                  <a:lnTo>
                    <a:pt x="88899" y="808299"/>
                  </a:lnTo>
                  <a:lnTo>
                    <a:pt x="76199" y="757619"/>
                  </a:lnTo>
                  <a:lnTo>
                    <a:pt x="76199" y="706942"/>
                  </a:lnTo>
                  <a:lnTo>
                    <a:pt x="63499" y="656269"/>
                  </a:lnTo>
                  <a:lnTo>
                    <a:pt x="63499" y="605600"/>
                  </a:lnTo>
                  <a:lnTo>
                    <a:pt x="50799" y="554934"/>
                  </a:lnTo>
                  <a:lnTo>
                    <a:pt x="50799" y="453615"/>
                  </a:lnTo>
                  <a:lnTo>
                    <a:pt x="38099" y="402962"/>
                  </a:lnTo>
                  <a:lnTo>
                    <a:pt x="38099" y="352312"/>
                  </a:lnTo>
                  <a:lnTo>
                    <a:pt x="25399" y="301666"/>
                  </a:lnTo>
                  <a:lnTo>
                    <a:pt x="25399" y="251024"/>
                  </a:lnTo>
                  <a:lnTo>
                    <a:pt x="12699" y="200385"/>
                  </a:lnTo>
                  <a:lnTo>
                    <a:pt x="12699" y="149751"/>
                  </a:lnTo>
                  <a:lnTo>
                    <a:pt x="0" y="99120"/>
                  </a:lnTo>
                  <a:lnTo>
                    <a:pt x="0" y="0"/>
                  </a:lnTo>
                  <a:lnTo>
                    <a:pt x="304799" y="0"/>
                  </a:lnTo>
                  <a:close/>
                </a:path>
                <a:path w="1371600" h="10287000">
                  <a:moveTo>
                    <a:pt x="1371599" y="0"/>
                  </a:moveTo>
                  <a:lnTo>
                    <a:pt x="1358899" y="12098"/>
                  </a:lnTo>
                  <a:lnTo>
                    <a:pt x="1333499" y="81337"/>
                  </a:lnTo>
                  <a:lnTo>
                    <a:pt x="1333499" y="116314"/>
                  </a:lnTo>
                  <a:lnTo>
                    <a:pt x="1320799" y="151528"/>
                  </a:lnTo>
                  <a:lnTo>
                    <a:pt x="1219199" y="441689"/>
                  </a:lnTo>
                  <a:lnTo>
                    <a:pt x="1219199" y="479002"/>
                  </a:lnTo>
                  <a:lnTo>
                    <a:pt x="1130299" y="746554"/>
                  </a:lnTo>
                  <a:lnTo>
                    <a:pt x="1130299" y="785674"/>
                  </a:lnTo>
                  <a:lnTo>
                    <a:pt x="1054099" y="1025030"/>
                  </a:lnTo>
                  <a:lnTo>
                    <a:pt x="1054099" y="1065687"/>
                  </a:lnTo>
                  <a:lnTo>
                    <a:pt x="977899" y="1314137"/>
                  </a:lnTo>
                  <a:lnTo>
                    <a:pt x="977899" y="1356289"/>
                  </a:lnTo>
                  <a:lnTo>
                    <a:pt x="927099" y="1526990"/>
                  </a:lnTo>
                  <a:lnTo>
                    <a:pt x="927099" y="1570184"/>
                  </a:lnTo>
                  <a:lnTo>
                    <a:pt x="888999" y="1700998"/>
                  </a:lnTo>
                  <a:lnTo>
                    <a:pt x="888999" y="1745010"/>
                  </a:lnTo>
                  <a:lnTo>
                    <a:pt x="838199" y="1923076"/>
                  </a:lnTo>
                  <a:lnTo>
                    <a:pt x="838199" y="1968092"/>
                  </a:lnTo>
                  <a:lnTo>
                    <a:pt x="812799" y="2058718"/>
                  </a:lnTo>
                  <a:lnTo>
                    <a:pt x="812799" y="2104326"/>
                  </a:lnTo>
                  <a:lnTo>
                    <a:pt x="774699" y="2242322"/>
                  </a:lnTo>
                  <a:lnTo>
                    <a:pt x="774699" y="2288707"/>
                  </a:lnTo>
                  <a:lnTo>
                    <a:pt x="749299" y="2382054"/>
                  </a:lnTo>
                  <a:lnTo>
                    <a:pt x="749299" y="2429014"/>
                  </a:lnTo>
                  <a:lnTo>
                    <a:pt x="723899" y="2523502"/>
                  </a:lnTo>
                  <a:lnTo>
                    <a:pt x="723899" y="2571028"/>
                  </a:lnTo>
                  <a:lnTo>
                    <a:pt x="698499" y="2666641"/>
                  </a:lnTo>
                  <a:lnTo>
                    <a:pt x="698499" y="2714726"/>
                  </a:lnTo>
                  <a:lnTo>
                    <a:pt x="685799" y="2762996"/>
                  </a:lnTo>
                  <a:lnTo>
                    <a:pt x="685799" y="2811449"/>
                  </a:lnTo>
                  <a:lnTo>
                    <a:pt x="673099" y="2860085"/>
                  </a:lnTo>
                  <a:lnTo>
                    <a:pt x="673099" y="2908903"/>
                  </a:lnTo>
                  <a:lnTo>
                    <a:pt x="647699" y="3007082"/>
                  </a:lnTo>
                  <a:lnTo>
                    <a:pt x="647699" y="3056440"/>
                  </a:lnTo>
                  <a:lnTo>
                    <a:pt x="634999" y="3105978"/>
                  </a:lnTo>
                  <a:lnTo>
                    <a:pt x="634999" y="3155693"/>
                  </a:lnTo>
                  <a:lnTo>
                    <a:pt x="622299" y="3205585"/>
                  </a:lnTo>
                  <a:lnTo>
                    <a:pt x="622299" y="3255653"/>
                  </a:lnTo>
                  <a:lnTo>
                    <a:pt x="609599" y="3305897"/>
                  </a:lnTo>
                  <a:lnTo>
                    <a:pt x="609599" y="3356314"/>
                  </a:lnTo>
                  <a:lnTo>
                    <a:pt x="596899" y="3406905"/>
                  </a:lnTo>
                  <a:lnTo>
                    <a:pt x="596899" y="3457669"/>
                  </a:lnTo>
                  <a:lnTo>
                    <a:pt x="584199" y="3508604"/>
                  </a:lnTo>
                  <a:lnTo>
                    <a:pt x="584199" y="3559711"/>
                  </a:lnTo>
                  <a:lnTo>
                    <a:pt x="571499" y="3610987"/>
                  </a:lnTo>
                  <a:lnTo>
                    <a:pt x="571499" y="3714046"/>
                  </a:lnTo>
                  <a:lnTo>
                    <a:pt x="558799" y="3765828"/>
                  </a:lnTo>
                  <a:lnTo>
                    <a:pt x="558799" y="3869889"/>
                  </a:lnTo>
                  <a:lnTo>
                    <a:pt x="546099" y="3922168"/>
                  </a:lnTo>
                  <a:lnTo>
                    <a:pt x="546099" y="3974611"/>
                  </a:lnTo>
                  <a:lnTo>
                    <a:pt x="533399" y="4027217"/>
                  </a:lnTo>
                  <a:lnTo>
                    <a:pt x="533399" y="4186006"/>
                  </a:lnTo>
                  <a:lnTo>
                    <a:pt x="520699" y="4239256"/>
                  </a:lnTo>
                  <a:lnTo>
                    <a:pt x="520699" y="4399957"/>
                  </a:lnTo>
                  <a:lnTo>
                    <a:pt x="507999" y="4453838"/>
                  </a:lnTo>
                  <a:lnTo>
                    <a:pt x="507999" y="4670910"/>
                  </a:lnTo>
                  <a:lnTo>
                    <a:pt x="495299" y="4725560"/>
                  </a:lnTo>
                  <a:lnTo>
                    <a:pt x="495299" y="0"/>
                  </a:lnTo>
                  <a:lnTo>
                    <a:pt x="1371599" y="0"/>
                  </a:lnTo>
                  <a:close/>
                </a:path>
              </a:pathLst>
            </a:custGeom>
            <a:solidFill>
              <a:srgbClr val="326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3551398" cy="102869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685" y="2638461"/>
              <a:ext cx="5022922" cy="50165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191" y="2983754"/>
              <a:ext cx="4341910" cy="4330699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784080" y="7314455"/>
            <a:ext cx="4829174" cy="66674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65078" y="9681873"/>
            <a:ext cx="6810374" cy="60512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882471" y="9258300"/>
            <a:ext cx="3238499" cy="828674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5972894" y="3636955"/>
            <a:ext cx="9032875" cy="279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6599"/>
              </a:lnSpc>
              <a:spcBef>
                <a:spcPts val="100"/>
              </a:spcBef>
            </a:pPr>
            <a:r>
              <a:rPr b="1" dirty="0">
                <a:latin typeface="Bookman Old Style"/>
                <a:cs typeface="Bookman Old Style"/>
              </a:rPr>
              <a:t>An</a:t>
            </a:r>
            <a:r>
              <a:rPr b="1" spc="-225" dirty="0">
                <a:latin typeface="Bookman Old Style"/>
                <a:cs typeface="Bookman Old Style"/>
              </a:rPr>
              <a:t> </a:t>
            </a:r>
            <a:r>
              <a:rPr b="1" dirty="0">
                <a:latin typeface="Bookman Old Style"/>
                <a:cs typeface="Bookman Old Style"/>
              </a:rPr>
              <a:t>AI-</a:t>
            </a:r>
            <a:r>
              <a:rPr b="1" spc="-40" dirty="0">
                <a:latin typeface="Bookman Old Style"/>
                <a:cs typeface="Bookman Old Style"/>
              </a:rPr>
              <a:t>Driven</a:t>
            </a:r>
            <a:r>
              <a:rPr b="1" spc="-220" dirty="0">
                <a:latin typeface="Bookman Old Style"/>
                <a:cs typeface="Bookman Old Style"/>
              </a:rPr>
              <a:t> </a:t>
            </a:r>
            <a:r>
              <a:rPr b="1" spc="-10" dirty="0">
                <a:latin typeface="Bookman Old Style"/>
                <a:cs typeface="Bookman Old Style"/>
              </a:rPr>
              <a:t>Decision </a:t>
            </a:r>
            <a:r>
              <a:rPr b="1" spc="-80" dirty="0">
                <a:latin typeface="Bookman Old Style"/>
                <a:cs typeface="Bookman Old Style"/>
              </a:rPr>
              <a:t>Support</a:t>
            </a:r>
            <a:r>
              <a:rPr b="1" spc="-330" dirty="0">
                <a:latin typeface="Bookman Old Style"/>
                <a:cs typeface="Bookman Old Style"/>
              </a:rPr>
              <a:t> </a:t>
            </a:r>
            <a:r>
              <a:rPr b="1" spc="-240" dirty="0">
                <a:latin typeface="Bookman Old Style"/>
                <a:cs typeface="Bookman Old Style"/>
              </a:rPr>
              <a:t>System</a:t>
            </a:r>
            <a:r>
              <a:rPr b="1" spc="-229" dirty="0">
                <a:latin typeface="Bookman Old Style"/>
                <a:cs typeface="Bookman Old Style"/>
              </a:rPr>
              <a:t> </a:t>
            </a:r>
            <a:r>
              <a:rPr b="1" spc="-110" dirty="0">
                <a:latin typeface="Bookman Old Style"/>
                <a:cs typeface="Bookman Old Style"/>
              </a:rPr>
              <a:t>for</a:t>
            </a:r>
            <a:r>
              <a:rPr b="1" spc="-280" dirty="0">
                <a:latin typeface="Bookman Old Style"/>
                <a:cs typeface="Bookman Old Style"/>
              </a:rPr>
              <a:t> </a:t>
            </a:r>
            <a:r>
              <a:rPr b="1" spc="-700" dirty="0">
                <a:latin typeface="Bookman Old Style"/>
                <a:cs typeface="Bookman Old Style"/>
              </a:rPr>
              <a:t>T</a:t>
            </a:r>
            <a:r>
              <a:rPr b="1" spc="-70" dirty="0">
                <a:latin typeface="Bookman Old Style"/>
                <a:cs typeface="Bookman Old Style"/>
              </a:rPr>
              <a:t>omat</a:t>
            </a:r>
            <a:r>
              <a:rPr b="1" spc="-60" dirty="0">
                <a:latin typeface="Bookman Old Style"/>
                <a:cs typeface="Bookman Old Style"/>
              </a:rPr>
              <a:t>o</a:t>
            </a:r>
            <a:r>
              <a:rPr b="1" spc="-175" dirty="0">
                <a:latin typeface="Bookman Old Style"/>
                <a:cs typeface="Bookman Old Style"/>
              </a:rPr>
              <a:t> </a:t>
            </a:r>
            <a:r>
              <a:rPr b="1" spc="-120" dirty="0">
                <a:latin typeface="Bookman Old Style"/>
                <a:cs typeface="Bookman Old Style"/>
              </a:rPr>
              <a:t>Cultivation</a:t>
            </a:r>
            <a:r>
              <a:rPr b="1" spc="-315" dirty="0">
                <a:latin typeface="Bookman Old Style"/>
                <a:cs typeface="Bookman Old Style"/>
              </a:rPr>
              <a:t> </a:t>
            </a:r>
            <a:r>
              <a:rPr b="1" spc="-50" dirty="0">
                <a:latin typeface="Bookman Old Style"/>
                <a:cs typeface="Bookman Old Style"/>
              </a:rPr>
              <a:t>in</a:t>
            </a:r>
            <a:r>
              <a:rPr b="1" spc="-310" dirty="0">
                <a:latin typeface="Bookman Old Style"/>
                <a:cs typeface="Bookman Old Style"/>
              </a:rPr>
              <a:t> </a:t>
            </a:r>
            <a:r>
              <a:rPr b="1" spc="-10" dirty="0">
                <a:latin typeface="Bookman Old Style"/>
                <a:cs typeface="Bookman Old Style"/>
              </a:rPr>
              <a:t>srilanka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388689" y="-1"/>
            <a:ext cx="4904740" cy="4101465"/>
            <a:chOff x="13388689" y="-1"/>
            <a:chExt cx="4904740" cy="4101465"/>
          </a:xfrm>
        </p:grpSpPr>
        <p:sp>
          <p:nvSpPr>
            <p:cNvPr id="3" name="object 3"/>
            <p:cNvSpPr/>
            <p:nvPr/>
          </p:nvSpPr>
          <p:spPr>
            <a:xfrm>
              <a:off x="13388689" y="-1"/>
              <a:ext cx="4899660" cy="4101465"/>
            </a:xfrm>
            <a:custGeom>
              <a:avLst/>
              <a:gdLst/>
              <a:ahLst/>
              <a:cxnLst/>
              <a:rect l="l" t="t" r="r" b="b"/>
              <a:pathLst>
                <a:path w="4899659" h="4101465">
                  <a:moveTo>
                    <a:pt x="4899309" y="4035173"/>
                  </a:moveTo>
                  <a:lnTo>
                    <a:pt x="4392550" y="4035173"/>
                  </a:lnTo>
                  <a:lnTo>
                    <a:pt x="4257580" y="3997073"/>
                  </a:lnTo>
                  <a:lnTo>
                    <a:pt x="4212669" y="3997073"/>
                  </a:lnTo>
                  <a:lnTo>
                    <a:pt x="3633503" y="3831973"/>
                  </a:lnTo>
                  <a:lnTo>
                    <a:pt x="3589389" y="3806573"/>
                  </a:lnTo>
                  <a:lnTo>
                    <a:pt x="3457497" y="3768473"/>
                  </a:lnTo>
                  <a:lnTo>
                    <a:pt x="3413690" y="3743073"/>
                  </a:lnTo>
                  <a:lnTo>
                    <a:pt x="3326326" y="3717673"/>
                  </a:lnTo>
                  <a:lnTo>
                    <a:pt x="3282773" y="3692273"/>
                  </a:lnTo>
                  <a:lnTo>
                    <a:pt x="3239308" y="3679573"/>
                  </a:lnTo>
                  <a:lnTo>
                    <a:pt x="3195935" y="3654173"/>
                  </a:lnTo>
                  <a:lnTo>
                    <a:pt x="3152654" y="3641473"/>
                  </a:lnTo>
                  <a:lnTo>
                    <a:pt x="3109470" y="3616073"/>
                  </a:lnTo>
                  <a:lnTo>
                    <a:pt x="3066383" y="3603373"/>
                  </a:lnTo>
                  <a:lnTo>
                    <a:pt x="2980510" y="3552573"/>
                  </a:lnTo>
                  <a:lnTo>
                    <a:pt x="2937729" y="3539873"/>
                  </a:lnTo>
                  <a:lnTo>
                    <a:pt x="2852488" y="3489073"/>
                  </a:lnTo>
                  <a:lnTo>
                    <a:pt x="2821425" y="3479781"/>
                  </a:lnTo>
                  <a:lnTo>
                    <a:pt x="2492377" y="3283738"/>
                  </a:lnTo>
                  <a:lnTo>
                    <a:pt x="2352966" y="3196973"/>
                  </a:lnTo>
                  <a:lnTo>
                    <a:pt x="2194385" y="3095373"/>
                  </a:lnTo>
                  <a:lnTo>
                    <a:pt x="2155473" y="3069973"/>
                  </a:lnTo>
                  <a:lnTo>
                    <a:pt x="2116856" y="3031873"/>
                  </a:lnTo>
                  <a:lnTo>
                    <a:pt x="2002776" y="2955673"/>
                  </a:lnTo>
                  <a:lnTo>
                    <a:pt x="1965342" y="2930273"/>
                  </a:lnTo>
                  <a:lnTo>
                    <a:pt x="1928205" y="2892173"/>
                  </a:lnTo>
                  <a:lnTo>
                    <a:pt x="1854825" y="2841373"/>
                  </a:lnTo>
                  <a:lnTo>
                    <a:pt x="1818584" y="2803273"/>
                  </a:lnTo>
                  <a:lnTo>
                    <a:pt x="1782641" y="2777873"/>
                  </a:lnTo>
                  <a:lnTo>
                    <a:pt x="1746999" y="2739773"/>
                  </a:lnTo>
                  <a:lnTo>
                    <a:pt x="1676617" y="2688973"/>
                  </a:lnTo>
                  <a:lnTo>
                    <a:pt x="1641878" y="2650873"/>
                  </a:lnTo>
                  <a:lnTo>
                    <a:pt x="1607442" y="2625473"/>
                  </a:lnTo>
                  <a:lnTo>
                    <a:pt x="1573308" y="2587373"/>
                  </a:lnTo>
                  <a:lnTo>
                    <a:pt x="1539478" y="2561973"/>
                  </a:lnTo>
                  <a:lnTo>
                    <a:pt x="1505951" y="2523873"/>
                  </a:lnTo>
                  <a:lnTo>
                    <a:pt x="1472729" y="2485773"/>
                  </a:lnTo>
                  <a:lnTo>
                    <a:pt x="1439812" y="2460373"/>
                  </a:lnTo>
                  <a:lnTo>
                    <a:pt x="1407201" y="2422273"/>
                  </a:lnTo>
                  <a:lnTo>
                    <a:pt x="1374896" y="2396873"/>
                  </a:lnTo>
                  <a:lnTo>
                    <a:pt x="1342897" y="2358773"/>
                  </a:lnTo>
                  <a:lnTo>
                    <a:pt x="1311206" y="2320673"/>
                  </a:lnTo>
                  <a:lnTo>
                    <a:pt x="1279823" y="2295273"/>
                  </a:lnTo>
                  <a:lnTo>
                    <a:pt x="1248748" y="2257173"/>
                  </a:lnTo>
                  <a:lnTo>
                    <a:pt x="1217982" y="2219073"/>
                  </a:lnTo>
                  <a:lnTo>
                    <a:pt x="1187525" y="2193673"/>
                  </a:lnTo>
                  <a:lnTo>
                    <a:pt x="1157378" y="2155573"/>
                  </a:lnTo>
                  <a:lnTo>
                    <a:pt x="1127542" y="2117473"/>
                  </a:lnTo>
                  <a:lnTo>
                    <a:pt x="1098018" y="2079373"/>
                  </a:lnTo>
                  <a:lnTo>
                    <a:pt x="1068804" y="2053973"/>
                  </a:lnTo>
                  <a:lnTo>
                    <a:pt x="1039904" y="2015873"/>
                  </a:lnTo>
                  <a:lnTo>
                    <a:pt x="1011316" y="1977773"/>
                  </a:lnTo>
                  <a:lnTo>
                    <a:pt x="983041" y="1939673"/>
                  </a:lnTo>
                  <a:lnTo>
                    <a:pt x="955080" y="1901573"/>
                  </a:lnTo>
                  <a:lnTo>
                    <a:pt x="927434" y="1863473"/>
                  </a:lnTo>
                  <a:lnTo>
                    <a:pt x="900103" y="1838073"/>
                  </a:lnTo>
                  <a:lnTo>
                    <a:pt x="873087" y="1799973"/>
                  </a:lnTo>
                  <a:lnTo>
                    <a:pt x="846388" y="1761873"/>
                  </a:lnTo>
                  <a:lnTo>
                    <a:pt x="820005" y="1723773"/>
                  </a:lnTo>
                  <a:lnTo>
                    <a:pt x="793940" y="1685673"/>
                  </a:lnTo>
                  <a:lnTo>
                    <a:pt x="768192" y="1647573"/>
                  </a:lnTo>
                  <a:lnTo>
                    <a:pt x="742763" y="1609473"/>
                  </a:lnTo>
                  <a:lnTo>
                    <a:pt x="717653" y="1571373"/>
                  </a:lnTo>
                  <a:lnTo>
                    <a:pt x="692862" y="1533273"/>
                  </a:lnTo>
                  <a:lnTo>
                    <a:pt x="668391" y="1495173"/>
                  </a:lnTo>
                  <a:lnTo>
                    <a:pt x="644241" y="1457073"/>
                  </a:lnTo>
                  <a:lnTo>
                    <a:pt x="620412" y="1418973"/>
                  </a:lnTo>
                  <a:lnTo>
                    <a:pt x="596905" y="1380873"/>
                  </a:lnTo>
                  <a:lnTo>
                    <a:pt x="573720" y="1342773"/>
                  </a:lnTo>
                  <a:lnTo>
                    <a:pt x="550858" y="1304673"/>
                  </a:lnTo>
                  <a:lnTo>
                    <a:pt x="528319" y="1266573"/>
                  </a:lnTo>
                  <a:lnTo>
                    <a:pt x="506104" y="1215773"/>
                  </a:lnTo>
                  <a:lnTo>
                    <a:pt x="484214" y="1177673"/>
                  </a:lnTo>
                  <a:lnTo>
                    <a:pt x="462649" y="1139573"/>
                  </a:lnTo>
                  <a:lnTo>
                    <a:pt x="441409" y="1101473"/>
                  </a:lnTo>
                  <a:lnTo>
                    <a:pt x="420496" y="1063373"/>
                  </a:lnTo>
                  <a:lnTo>
                    <a:pt x="399909" y="1025273"/>
                  </a:lnTo>
                  <a:lnTo>
                    <a:pt x="379649" y="987173"/>
                  </a:lnTo>
                  <a:lnTo>
                    <a:pt x="359718" y="936373"/>
                  </a:lnTo>
                  <a:lnTo>
                    <a:pt x="340115" y="898273"/>
                  </a:lnTo>
                  <a:lnTo>
                    <a:pt x="320840" y="860173"/>
                  </a:lnTo>
                  <a:lnTo>
                    <a:pt x="301896" y="822073"/>
                  </a:lnTo>
                  <a:lnTo>
                    <a:pt x="283281" y="771273"/>
                  </a:lnTo>
                  <a:lnTo>
                    <a:pt x="264997" y="733173"/>
                  </a:lnTo>
                  <a:lnTo>
                    <a:pt x="247044" y="695073"/>
                  </a:lnTo>
                  <a:lnTo>
                    <a:pt x="229423" y="656973"/>
                  </a:lnTo>
                  <a:lnTo>
                    <a:pt x="212134" y="606173"/>
                  </a:lnTo>
                  <a:lnTo>
                    <a:pt x="195178" y="568073"/>
                  </a:lnTo>
                  <a:lnTo>
                    <a:pt x="178556" y="529973"/>
                  </a:lnTo>
                  <a:lnTo>
                    <a:pt x="162267" y="491873"/>
                  </a:lnTo>
                  <a:lnTo>
                    <a:pt x="146313" y="441073"/>
                  </a:lnTo>
                  <a:lnTo>
                    <a:pt x="130694" y="402973"/>
                  </a:lnTo>
                  <a:lnTo>
                    <a:pt x="115411" y="364873"/>
                  </a:lnTo>
                  <a:lnTo>
                    <a:pt x="100463" y="314073"/>
                  </a:lnTo>
                  <a:lnTo>
                    <a:pt x="85853" y="275973"/>
                  </a:lnTo>
                  <a:lnTo>
                    <a:pt x="71580" y="237873"/>
                  </a:lnTo>
                  <a:lnTo>
                    <a:pt x="57645" y="187073"/>
                  </a:lnTo>
                  <a:lnTo>
                    <a:pt x="44048" y="148973"/>
                  </a:lnTo>
                  <a:lnTo>
                    <a:pt x="30790" y="98173"/>
                  </a:lnTo>
                  <a:lnTo>
                    <a:pt x="17871" y="60073"/>
                  </a:lnTo>
                  <a:lnTo>
                    <a:pt x="5293" y="21973"/>
                  </a:lnTo>
                  <a:lnTo>
                    <a:pt x="0" y="0"/>
                  </a:lnTo>
                  <a:lnTo>
                    <a:pt x="4899309" y="0"/>
                  </a:lnTo>
                  <a:lnTo>
                    <a:pt x="4899309" y="4035173"/>
                  </a:lnTo>
                  <a:close/>
                </a:path>
                <a:path w="4899659" h="4101465">
                  <a:moveTo>
                    <a:pt x="4899309" y="4073273"/>
                  </a:moveTo>
                  <a:lnTo>
                    <a:pt x="4618150" y="4073273"/>
                  </a:lnTo>
                  <a:lnTo>
                    <a:pt x="4527826" y="4047873"/>
                  </a:lnTo>
                  <a:lnTo>
                    <a:pt x="4482704" y="4047873"/>
                  </a:lnTo>
                  <a:lnTo>
                    <a:pt x="4437611" y="4035173"/>
                  </a:lnTo>
                  <a:lnTo>
                    <a:pt x="4899309" y="4035173"/>
                  </a:lnTo>
                  <a:lnTo>
                    <a:pt x="4899309" y="4073273"/>
                  </a:lnTo>
                  <a:close/>
                </a:path>
                <a:path w="4899659" h="4101465">
                  <a:moveTo>
                    <a:pt x="4899309" y="4085973"/>
                  </a:moveTo>
                  <a:lnTo>
                    <a:pt x="4708565" y="4085973"/>
                  </a:lnTo>
                  <a:lnTo>
                    <a:pt x="4663347" y="4073273"/>
                  </a:lnTo>
                  <a:lnTo>
                    <a:pt x="4899309" y="4073273"/>
                  </a:lnTo>
                  <a:lnTo>
                    <a:pt x="4899309" y="4085973"/>
                  </a:lnTo>
                  <a:close/>
                </a:path>
                <a:path w="4899659" h="4101465">
                  <a:moveTo>
                    <a:pt x="4899309" y="4098673"/>
                  </a:moveTo>
                  <a:lnTo>
                    <a:pt x="4844323" y="4098673"/>
                  </a:lnTo>
                  <a:lnTo>
                    <a:pt x="4799055" y="4085973"/>
                  </a:lnTo>
                  <a:lnTo>
                    <a:pt x="4899309" y="4085973"/>
                  </a:lnTo>
                  <a:lnTo>
                    <a:pt x="4899309" y="4098673"/>
                  </a:lnTo>
                  <a:close/>
                </a:path>
                <a:path w="4899659" h="4101465">
                  <a:moveTo>
                    <a:pt x="4899309" y="4101395"/>
                  </a:moveTo>
                  <a:lnTo>
                    <a:pt x="4889602" y="4098673"/>
                  </a:lnTo>
                  <a:lnTo>
                    <a:pt x="4899309" y="4098673"/>
                  </a:lnTo>
                  <a:lnTo>
                    <a:pt x="4899309" y="4101395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91175" y="0"/>
              <a:ext cx="4197350" cy="4065904"/>
            </a:xfrm>
            <a:custGeom>
              <a:avLst/>
              <a:gdLst/>
              <a:ahLst/>
              <a:cxnLst/>
              <a:rect l="l" t="t" r="r" b="b"/>
              <a:pathLst>
                <a:path w="4197350" h="4065904">
                  <a:moveTo>
                    <a:pt x="4196824" y="4065349"/>
                  </a:moveTo>
                  <a:lnTo>
                    <a:pt x="3655077" y="3910916"/>
                  </a:lnTo>
                  <a:lnTo>
                    <a:pt x="3610963" y="3885516"/>
                  </a:lnTo>
                  <a:lnTo>
                    <a:pt x="3479071" y="3847416"/>
                  </a:lnTo>
                  <a:lnTo>
                    <a:pt x="3435265" y="3822016"/>
                  </a:lnTo>
                  <a:lnTo>
                    <a:pt x="3347900" y="3796616"/>
                  </a:lnTo>
                  <a:lnTo>
                    <a:pt x="3304347" y="3771216"/>
                  </a:lnTo>
                  <a:lnTo>
                    <a:pt x="3260882" y="3758516"/>
                  </a:lnTo>
                  <a:lnTo>
                    <a:pt x="3217509" y="3733116"/>
                  </a:lnTo>
                  <a:lnTo>
                    <a:pt x="3174228" y="3720416"/>
                  </a:lnTo>
                  <a:lnTo>
                    <a:pt x="3131044" y="3695016"/>
                  </a:lnTo>
                  <a:lnTo>
                    <a:pt x="3087956" y="3682316"/>
                  </a:lnTo>
                  <a:lnTo>
                    <a:pt x="3002084" y="3631516"/>
                  </a:lnTo>
                  <a:lnTo>
                    <a:pt x="2959303" y="3618816"/>
                  </a:lnTo>
                  <a:lnTo>
                    <a:pt x="2874062" y="3568016"/>
                  </a:lnTo>
                  <a:lnTo>
                    <a:pt x="2842999" y="3558724"/>
                  </a:lnTo>
                  <a:lnTo>
                    <a:pt x="2513949" y="3362680"/>
                  </a:lnTo>
                  <a:lnTo>
                    <a:pt x="2374540" y="3275916"/>
                  </a:lnTo>
                  <a:lnTo>
                    <a:pt x="2177047" y="3148916"/>
                  </a:lnTo>
                  <a:lnTo>
                    <a:pt x="2138429" y="3110816"/>
                  </a:lnTo>
                  <a:lnTo>
                    <a:pt x="1986915" y="3009216"/>
                  </a:lnTo>
                  <a:lnTo>
                    <a:pt x="1949779" y="2971116"/>
                  </a:lnTo>
                  <a:lnTo>
                    <a:pt x="1876399" y="2920316"/>
                  </a:lnTo>
                  <a:lnTo>
                    <a:pt x="1840157" y="2882216"/>
                  </a:lnTo>
                  <a:lnTo>
                    <a:pt x="1804215" y="2856816"/>
                  </a:lnTo>
                  <a:lnTo>
                    <a:pt x="1768573" y="2818716"/>
                  </a:lnTo>
                  <a:lnTo>
                    <a:pt x="1698191" y="2767916"/>
                  </a:lnTo>
                  <a:lnTo>
                    <a:pt x="1663452" y="2729816"/>
                  </a:lnTo>
                  <a:lnTo>
                    <a:pt x="1629015" y="2704416"/>
                  </a:lnTo>
                  <a:lnTo>
                    <a:pt x="1594882" y="2666316"/>
                  </a:lnTo>
                  <a:lnTo>
                    <a:pt x="1561051" y="2640916"/>
                  </a:lnTo>
                  <a:lnTo>
                    <a:pt x="1494303" y="2564716"/>
                  </a:lnTo>
                  <a:lnTo>
                    <a:pt x="1461386" y="2539316"/>
                  </a:lnTo>
                  <a:lnTo>
                    <a:pt x="1428775" y="2501216"/>
                  </a:lnTo>
                  <a:lnTo>
                    <a:pt x="1396470" y="2475816"/>
                  </a:lnTo>
                  <a:lnTo>
                    <a:pt x="1332780" y="2399616"/>
                  </a:lnTo>
                  <a:lnTo>
                    <a:pt x="1301397" y="2374216"/>
                  </a:lnTo>
                  <a:lnTo>
                    <a:pt x="1239555" y="2298016"/>
                  </a:lnTo>
                  <a:lnTo>
                    <a:pt x="1209099" y="2272616"/>
                  </a:lnTo>
                  <a:lnTo>
                    <a:pt x="1119591" y="2158316"/>
                  </a:lnTo>
                  <a:lnTo>
                    <a:pt x="1090378" y="2132916"/>
                  </a:lnTo>
                  <a:lnTo>
                    <a:pt x="976654" y="1980516"/>
                  </a:lnTo>
                  <a:lnTo>
                    <a:pt x="949008" y="1942416"/>
                  </a:lnTo>
                  <a:lnTo>
                    <a:pt x="921677" y="1917016"/>
                  </a:lnTo>
                  <a:lnTo>
                    <a:pt x="815513" y="1764616"/>
                  </a:lnTo>
                  <a:lnTo>
                    <a:pt x="714436" y="1612216"/>
                  </a:lnTo>
                  <a:lnTo>
                    <a:pt x="618479" y="1459816"/>
                  </a:lnTo>
                  <a:lnTo>
                    <a:pt x="549893" y="1345516"/>
                  </a:lnTo>
                  <a:lnTo>
                    <a:pt x="527678" y="1294716"/>
                  </a:lnTo>
                  <a:lnTo>
                    <a:pt x="442069" y="1142316"/>
                  </a:lnTo>
                  <a:lnTo>
                    <a:pt x="401223" y="1066116"/>
                  </a:lnTo>
                  <a:lnTo>
                    <a:pt x="381292" y="1015316"/>
                  </a:lnTo>
                  <a:lnTo>
                    <a:pt x="323470" y="901016"/>
                  </a:lnTo>
                  <a:lnTo>
                    <a:pt x="304855" y="850216"/>
                  </a:lnTo>
                  <a:lnTo>
                    <a:pt x="250997" y="735916"/>
                  </a:lnTo>
                  <a:lnTo>
                    <a:pt x="233708" y="685116"/>
                  </a:lnTo>
                  <a:lnTo>
                    <a:pt x="183841" y="570816"/>
                  </a:lnTo>
                  <a:lnTo>
                    <a:pt x="167887" y="520016"/>
                  </a:lnTo>
                  <a:lnTo>
                    <a:pt x="136985" y="443816"/>
                  </a:lnTo>
                  <a:lnTo>
                    <a:pt x="122037" y="393016"/>
                  </a:lnTo>
                  <a:lnTo>
                    <a:pt x="93154" y="316816"/>
                  </a:lnTo>
                  <a:lnTo>
                    <a:pt x="79218" y="266016"/>
                  </a:lnTo>
                  <a:lnTo>
                    <a:pt x="65622" y="227916"/>
                  </a:lnTo>
                  <a:lnTo>
                    <a:pt x="52364" y="177116"/>
                  </a:lnTo>
                  <a:lnTo>
                    <a:pt x="26867" y="100916"/>
                  </a:lnTo>
                  <a:lnTo>
                    <a:pt x="14629" y="50116"/>
                  </a:lnTo>
                  <a:lnTo>
                    <a:pt x="2733" y="12016"/>
                  </a:lnTo>
                  <a:lnTo>
                    <a:pt x="0" y="0"/>
                  </a:lnTo>
                  <a:lnTo>
                    <a:pt x="4196823" y="0"/>
                  </a:lnTo>
                  <a:lnTo>
                    <a:pt x="4196824" y="4065349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08804" y="0"/>
              <a:ext cx="4379194" cy="350437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52975" y="486"/>
              <a:ext cx="3039934" cy="2618284"/>
            </a:xfrm>
            <a:prstGeom prst="rect">
              <a:avLst/>
            </a:prstGeom>
          </p:spPr>
        </p:pic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B9FFF4-0133-201F-340C-0F751A84E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127759"/>
              </p:ext>
            </p:extLst>
          </p:nvPr>
        </p:nvGraphicFramePr>
        <p:xfrm>
          <a:off x="3437947" y="2857500"/>
          <a:ext cx="10210800" cy="38100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773704307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670814842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655571964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867951036"/>
                    </a:ext>
                  </a:extLst>
                </a:gridCol>
              </a:tblGrid>
              <a:tr h="618883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cap="all">
                          <a:solidFill>
                            <a:srgbClr val="000000"/>
                          </a:solidFill>
                          <a:effectLst/>
                        </a:rPr>
                        <a:t>IT22060426</a:t>
                      </a:r>
                      <a:endParaRPr lang="en-US" cap="al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cap="all">
                          <a:solidFill>
                            <a:srgbClr val="000000"/>
                          </a:solidFill>
                          <a:effectLst/>
                        </a:rPr>
                        <a:t>IT22190734</a:t>
                      </a:r>
                      <a:endParaRPr lang="en-US" cap="al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cap="all">
                          <a:solidFill>
                            <a:srgbClr val="000000"/>
                          </a:solidFill>
                          <a:effectLst/>
                        </a:rPr>
                        <a:t>IT22295842</a:t>
                      </a:r>
                      <a:endParaRPr lang="en-US" cap="all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cap="all">
                          <a:solidFill>
                            <a:srgbClr val="000000"/>
                          </a:solidFill>
                          <a:effectLst/>
                        </a:rPr>
                        <a:t>IT22208262</a:t>
                      </a:r>
                      <a:endParaRPr lang="en-US" cap="all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311150"/>
                  </a:ext>
                </a:extLst>
              </a:tr>
              <a:tr h="3191117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Ask to add Nutrient Deficiency</a:t>
                      </a:r>
                      <a:endParaRPr lang="en-US"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Identification Module.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Co-Occurrence Detection 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System must be validated against</a:t>
                      </a:r>
                      <a:endParaRPr lang="en-US"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real-world agricultural expertise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</a:rPr>
                        <a:t>System must be validated against</a:t>
                      </a:r>
                      <a:endParaRPr lang="en-US" dirty="0">
                        <a:effectLst/>
                      </a:endParaRPr>
                    </a:p>
                    <a:p>
                      <a:pPr algn="l" rtl="0">
                        <a:buNone/>
                      </a:pP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</a:rPr>
                        <a:t>real-world agricultural expertise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0458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03810" y="475721"/>
            <a:ext cx="6480175" cy="1301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8694" marR="5080" indent="-976630">
              <a:lnSpc>
                <a:spcPct val="116300"/>
              </a:lnSpc>
              <a:spcBef>
                <a:spcPts val="100"/>
              </a:spcBef>
            </a:pPr>
            <a:r>
              <a:rPr sz="3600" spc="85" dirty="0">
                <a:latin typeface="Century Gothic"/>
                <a:cs typeface="Century Gothic"/>
              </a:rPr>
              <a:t>DESIGN</a:t>
            </a:r>
            <a:r>
              <a:rPr sz="3600" spc="-114" dirty="0">
                <a:latin typeface="Century Gothic"/>
                <a:cs typeface="Century Gothic"/>
              </a:rPr>
              <a:t> </a:t>
            </a:r>
            <a:r>
              <a:rPr sz="3600" spc="90" dirty="0">
                <a:latin typeface="Century Gothic"/>
                <a:cs typeface="Century Gothic"/>
              </a:rPr>
              <a:t>EXCELLENCE</a:t>
            </a:r>
            <a:r>
              <a:rPr sz="3600" spc="-114" dirty="0">
                <a:latin typeface="Century Gothic"/>
                <a:cs typeface="Century Gothic"/>
              </a:rPr>
              <a:t> </a:t>
            </a:r>
            <a:r>
              <a:rPr sz="3600" dirty="0">
                <a:latin typeface="Century Gothic"/>
                <a:cs typeface="Century Gothic"/>
              </a:rPr>
              <a:t>OF</a:t>
            </a:r>
            <a:r>
              <a:rPr sz="3600" spc="-114" dirty="0">
                <a:latin typeface="Century Gothic"/>
                <a:cs typeface="Century Gothic"/>
              </a:rPr>
              <a:t> </a:t>
            </a:r>
            <a:r>
              <a:rPr sz="3600" spc="310" dirty="0">
                <a:latin typeface="Century Gothic"/>
                <a:cs typeface="Century Gothic"/>
              </a:rPr>
              <a:t>THE </a:t>
            </a:r>
            <a:r>
              <a:rPr sz="3600" spc="50" dirty="0">
                <a:latin typeface="Century Gothic"/>
                <a:cs typeface="Century Gothic"/>
              </a:rPr>
              <a:t>OVERALL</a:t>
            </a:r>
            <a:r>
              <a:rPr sz="3600" spc="-110" dirty="0">
                <a:latin typeface="Century Gothic"/>
                <a:cs typeface="Century Gothic"/>
              </a:rPr>
              <a:t> </a:t>
            </a:r>
            <a:r>
              <a:rPr sz="3600" spc="145" dirty="0">
                <a:latin typeface="Century Gothic"/>
                <a:cs typeface="Century Gothic"/>
              </a:rPr>
              <a:t>SOLUTION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563049" y="2125401"/>
            <a:ext cx="8171180" cy="3902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599"/>
              </a:lnSpc>
              <a:spcBef>
                <a:spcPts val="100"/>
              </a:spcBef>
              <a:tabLst>
                <a:tab pos="1202055" algn="l"/>
                <a:tab pos="2659380" algn="l"/>
                <a:tab pos="4030345" algn="l"/>
                <a:tab pos="4389120" algn="l"/>
                <a:tab pos="6135370" algn="l"/>
                <a:tab pos="6856730" algn="l"/>
                <a:tab pos="7146290" algn="l"/>
              </a:tabLst>
            </a:pPr>
            <a:r>
              <a:rPr sz="2000" spc="50" dirty="0">
                <a:latin typeface="Century Gothic"/>
                <a:cs typeface="Century Gothic"/>
              </a:rPr>
              <a:t>Nutrient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Deficiency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Detection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470" dirty="0">
                <a:latin typeface="Century Gothic"/>
                <a:cs typeface="Century Gothic"/>
              </a:rPr>
              <a:t>—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10" dirty="0">
                <a:latin typeface="Century Gothic"/>
                <a:cs typeface="Century Gothic"/>
              </a:rPr>
              <a:t>MobileNetV2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25" dirty="0">
                <a:latin typeface="Century Gothic"/>
                <a:cs typeface="Century Gothic"/>
              </a:rPr>
              <a:t>CNN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-50" dirty="0">
                <a:latin typeface="Century Gothic"/>
                <a:cs typeface="Century Gothic"/>
              </a:rPr>
              <a:t>+</a:t>
            </a:r>
            <a:r>
              <a:rPr sz="2000" dirty="0">
                <a:latin typeface="Century Gothic"/>
                <a:cs typeface="Century Gothic"/>
              </a:rPr>
              <a:t>	</a:t>
            </a:r>
            <a:r>
              <a:rPr sz="2000" spc="60" dirty="0">
                <a:latin typeface="Century Gothic"/>
                <a:cs typeface="Century Gothic"/>
              </a:rPr>
              <a:t>Transfer </a:t>
            </a:r>
            <a:r>
              <a:rPr sz="2000" spc="-10" dirty="0">
                <a:latin typeface="Century Gothic"/>
                <a:cs typeface="Century Gothic"/>
              </a:rPr>
              <a:t>Learning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420" dirty="0">
                <a:latin typeface="Century Gothic"/>
                <a:cs typeface="Century Gothic"/>
              </a:rPr>
              <a:t>—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spc="165" dirty="0">
                <a:latin typeface="Century Gothic"/>
                <a:cs typeface="Century Gothic"/>
              </a:rPr>
              <a:t>6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classes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(N,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K,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N+K,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spc="-110" dirty="0">
                <a:latin typeface="Century Gothic"/>
                <a:cs typeface="Century Gothic"/>
              </a:rPr>
              <a:t>P,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Fe,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Healthy)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spc="-175" dirty="0">
                <a:latin typeface="Century Gothic"/>
                <a:cs typeface="Century Gothic"/>
              </a:rPr>
              <a:t>+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spc="85" dirty="0">
                <a:latin typeface="Century Gothic"/>
                <a:cs typeface="Century Gothic"/>
              </a:rPr>
              <a:t>fertilizer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advice </a:t>
            </a:r>
            <a:r>
              <a:rPr sz="2000" spc="120" dirty="0">
                <a:latin typeface="Century Gothic"/>
                <a:cs typeface="Century Gothic"/>
              </a:rPr>
              <a:t>Fruit</a:t>
            </a:r>
            <a:r>
              <a:rPr sz="2000" spc="-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Disease</a:t>
            </a:r>
            <a:r>
              <a:rPr sz="2000" spc="-5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Detection</a:t>
            </a:r>
            <a:r>
              <a:rPr sz="2000" spc="-35" dirty="0">
                <a:latin typeface="Century Gothic"/>
                <a:cs typeface="Century Gothic"/>
              </a:rPr>
              <a:t> </a:t>
            </a:r>
            <a:r>
              <a:rPr sz="2000" spc="-420" dirty="0">
                <a:latin typeface="Century Gothic"/>
                <a:cs typeface="Century Gothic"/>
              </a:rPr>
              <a:t>—</a:t>
            </a:r>
            <a:r>
              <a:rPr sz="2000" spc="1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MobileNetV2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CNN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spc="-175" dirty="0">
                <a:latin typeface="Century Gothic"/>
                <a:cs typeface="Century Gothic"/>
              </a:rPr>
              <a:t>+</a:t>
            </a:r>
            <a:r>
              <a:rPr sz="2000" spc="15" dirty="0">
                <a:latin typeface="Century Gothic"/>
                <a:cs typeface="Century Gothic"/>
              </a:rPr>
              <a:t> </a:t>
            </a:r>
            <a:r>
              <a:rPr sz="2000" spc="70" dirty="0">
                <a:latin typeface="Century Gothic"/>
                <a:cs typeface="Century Gothic"/>
              </a:rPr>
              <a:t>Transfer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Learning</a:t>
            </a:r>
            <a:r>
              <a:rPr sz="2000" spc="-35" dirty="0">
                <a:latin typeface="Century Gothic"/>
                <a:cs typeface="Century Gothic"/>
              </a:rPr>
              <a:t> </a:t>
            </a:r>
            <a:r>
              <a:rPr sz="2000" spc="-470" dirty="0">
                <a:latin typeface="Century Gothic"/>
                <a:cs typeface="Century Gothic"/>
              </a:rPr>
              <a:t>—</a:t>
            </a:r>
            <a:r>
              <a:rPr sz="2000" spc="65" dirty="0">
                <a:latin typeface="Century Gothic"/>
                <a:cs typeface="Century Gothic"/>
              </a:rPr>
              <a:t> 5</a:t>
            </a:r>
            <a:r>
              <a:rPr sz="2000" spc="14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classes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(Anthracnose,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Bacterial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Spot,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80" dirty="0">
                <a:latin typeface="Century Gothic"/>
                <a:cs typeface="Century Gothic"/>
              </a:rPr>
              <a:t>Blossom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End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Rot,</a:t>
            </a:r>
            <a:r>
              <a:rPr sz="2000" spc="14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Spotted </a:t>
            </a:r>
            <a:r>
              <a:rPr sz="2000" spc="75" dirty="0">
                <a:latin typeface="Century Gothic"/>
                <a:cs typeface="Century Gothic"/>
              </a:rPr>
              <a:t>Wilt,</a:t>
            </a:r>
            <a:r>
              <a:rPr sz="2000" spc="-9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Healthy)</a:t>
            </a:r>
            <a:r>
              <a:rPr sz="2000" spc="-75" dirty="0">
                <a:latin typeface="Century Gothic"/>
                <a:cs typeface="Century Gothic"/>
              </a:rPr>
              <a:t> </a:t>
            </a:r>
            <a:r>
              <a:rPr sz="2000" spc="-175" dirty="0">
                <a:latin typeface="Century Gothic"/>
                <a:cs typeface="Century Gothic"/>
              </a:rPr>
              <a:t>+</a:t>
            </a:r>
            <a:r>
              <a:rPr sz="2000" spc="-6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treatment</a:t>
            </a:r>
            <a:r>
              <a:rPr sz="2000" spc="-80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plan</a:t>
            </a:r>
            <a:endParaRPr sz="2000">
              <a:latin typeface="Century Gothic"/>
              <a:cs typeface="Century Gothic"/>
            </a:endParaRPr>
          </a:p>
          <a:p>
            <a:pPr marL="12700" marR="5080">
              <a:lnSpc>
                <a:spcPct val="115599"/>
              </a:lnSpc>
            </a:pPr>
            <a:r>
              <a:rPr sz="2000" dirty="0">
                <a:latin typeface="Century Gothic"/>
                <a:cs typeface="Century Gothic"/>
              </a:rPr>
              <a:t>Leaf</a:t>
            </a:r>
            <a:r>
              <a:rPr sz="2000" spc="10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Disease</a:t>
            </a:r>
            <a:r>
              <a:rPr sz="2000" spc="22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Detection</a:t>
            </a:r>
            <a:r>
              <a:rPr sz="2000" spc="225" dirty="0">
                <a:latin typeface="Century Gothic"/>
                <a:cs typeface="Century Gothic"/>
              </a:rPr>
              <a:t> </a:t>
            </a:r>
            <a:r>
              <a:rPr sz="2000" spc="-420" dirty="0">
                <a:latin typeface="Century Gothic"/>
                <a:cs typeface="Century Gothic"/>
              </a:rPr>
              <a:t>—</a:t>
            </a:r>
            <a:r>
              <a:rPr sz="2000" spc="28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YOLOv8m</a:t>
            </a:r>
            <a:r>
              <a:rPr sz="2000" spc="225" dirty="0">
                <a:latin typeface="Century Gothic"/>
                <a:cs typeface="Century Gothic"/>
              </a:rPr>
              <a:t> </a:t>
            </a:r>
            <a:r>
              <a:rPr sz="2000" spc="-420" dirty="0">
                <a:latin typeface="Century Gothic"/>
                <a:cs typeface="Century Gothic"/>
              </a:rPr>
              <a:t>—</a:t>
            </a:r>
            <a:r>
              <a:rPr sz="2000" spc="28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detects</a:t>
            </a:r>
            <a:r>
              <a:rPr sz="2000" spc="225" dirty="0">
                <a:latin typeface="Century Gothic"/>
                <a:cs typeface="Century Gothic"/>
              </a:rPr>
              <a:t> </a:t>
            </a:r>
            <a:r>
              <a:rPr sz="2000" spc="60" dirty="0">
                <a:latin typeface="Century Gothic"/>
                <a:cs typeface="Century Gothic"/>
              </a:rPr>
              <a:t>Early</a:t>
            </a:r>
            <a:r>
              <a:rPr sz="2000" spc="220" dirty="0">
                <a:latin typeface="Century Gothic"/>
                <a:cs typeface="Century Gothic"/>
              </a:rPr>
              <a:t> </a:t>
            </a:r>
            <a:r>
              <a:rPr sz="2000" spc="60" dirty="0">
                <a:latin typeface="Century Gothic"/>
                <a:cs typeface="Century Gothic"/>
              </a:rPr>
              <a:t>Blight,</a:t>
            </a:r>
            <a:r>
              <a:rPr sz="2000" spc="225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Late </a:t>
            </a:r>
            <a:r>
              <a:rPr sz="2000" spc="65" dirty="0">
                <a:latin typeface="Century Gothic"/>
                <a:cs typeface="Century Gothic"/>
              </a:rPr>
              <a:t>Blight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125" dirty="0">
                <a:latin typeface="Century Gothic"/>
                <a:cs typeface="Century Gothic"/>
              </a:rPr>
              <a:t>and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60" dirty="0">
                <a:latin typeface="Century Gothic"/>
                <a:cs typeface="Century Gothic"/>
              </a:rPr>
              <a:t>co-occurrence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175" dirty="0">
                <a:latin typeface="Century Gothic"/>
                <a:cs typeface="Century Gothic"/>
              </a:rPr>
              <a:t>+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125" dirty="0">
                <a:latin typeface="Century Gothic"/>
                <a:cs typeface="Century Gothic"/>
              </a:rPr>
              <a:t>RAG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treatment</a:t>
            </a:r>
            <a:r>
              <a:rPr sz="2000" spc="-5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recommendation</a:t>
            </a:r>
            <a:endParaRPr sz="2000">
              <a:latin typeface="Century Gothic"/>
              <a:cs typeface="Century Gothic"/>
            </a:endParaRPr>
          </a:p>
          <a:p>
            <a:pPr marL="12700" marR="5080">
              <a:lnSpc>
                <a:spcPct val="115599"/>
              </a:lnSpc>
            </a:pPr>
            <a:r>
              <a:rPr sz="2000" dirty="0">
                <a:latin typeface="Century Gothic"/>
                <a:cs typeface="Century Gothic"/>
              </a:rPr>
              <a:t>Price</a:t>
            </a:r>
            <a:r>
              <a:rPr sz="2000" spc="8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Forecasting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spc="-420" dirty="0">
                <a:latin typeface="Century Gothic"/>
                <a:cs typeface="Century Gothic"/>
              </a:rPr>
              <a:t>—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predicts</a:t>
            </a:r>
            <a:r>
              <a:rPr sz="2000" spc="8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market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prices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to</a:t>
            </a:r>
            <a:r>
              <a:rPr sz="2000" spc="8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help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farmers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spc="-20" dirty="0">
                <a:latin typeface="Century Gothic"/>
                <a:cs typeface="Century Gothic"/>
              </a:rPr>
              <a:t>decide </a:t>
            </a:r>
            <a:r>
              <a:rPr sz="2000" dirty="0">
                <a:latin typeface="Century Gothic"/>
                <a:cs typeface="Century Gothic"/>
              </a:rPr>
              <a:t>harvest</a:t>
            </a:r>
            <a:r>
              <a:rPr sz="2000" spc="9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timing</a:t>
            </a:r>
            <a:endParaRPr sz="2000">
              <a:latin typeface="Century Gothic"/>
              <a:cs typeface="Century Gothic"/>
            </a:endParaRPr>
          </a:p>
          <a:p>
            <a:pPr marL="12700" marR="5080">
              <a:lnSpc>
                <a:spcPct val="115599"/>
              </a:lnSpc>
            </a:pPr>
            <a:r>
              <a:rPr sz="2000" dirty="0">
                <a:latin typeface="Century Gothic"/>
                <a:cs typeface="Century Gothic"/>
              </a:rPr>
              <a:t>Single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mobile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45" dirty="0">
                <a:latin typeface="Century Gothic"/>
                <a:cs typeface="Century Gothic"/>
              </a:rPr>
              <a:t>app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420" dirty="0">
                <a:latin typeface="Century Gothic"/>
                <a:cs typeface="Century Gothic"/>
              </a:rPr>
              <a:t>—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75" dirty="0">
                <a:latin typeface="Century Gothic"/>
                <a:cs typeface="Century Gothic"/>
              </a:rPr>
              <a:t>React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Native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70" dirty="0">
                <a:latin typeface="Century Gothic"/>
                <a:cs typeface="Century Gothic"/>
              </a:rPr>
              <a:t>+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55" dirty="0">
                <a:latin typeface="Century Gothic"/>
                <a:cs typeface="Century Gothic"/>
              </a:rPr>
              <a:t>Flask</a:t>
            </a:r>
            <a:r>
              <a:rPr sz="2000" dirty="0">
                <a:latin typeface="Century Gothic"/>
                <a:cs typeface="Century Gothic"/>
              </a:rPr>
              <a:t> API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170" dirty="0">
                <a:latin typeface="Century Gothic"/>
                <a:cs typeface="Century Gothic"/>
              </a:rPr>
              <a:t>+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25" dirty="0">
                <a:latin typeface="Century Gothic"/>
                <a:cs typeface="Century Gothic"/>
              </a:rPr>
              <a:t>MongoDB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-420" dirty="0">
                <a:latin typeface="Century Gothic"/>
                <a:cs typeface="Century Gothic"/>
              </a:rPr>
              <a:t>—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all</a:t>
            </a:r>
            <a:r>
              <a:rPr sz="2000" spc="-5" dirty="0">
                <a:latin typeface="Century Gothic"/>
                <a:cs typeface="Century Gothic"/>
              </a:rPr>
              <a:t> </a:t>
            </a:r>
            <a:r>
              <a:rPr sz="2000" spc="45" dirty="0">
                <a:latin typeface="Century Gothic"/>
                <a:cs typeface="Century Gothic"/>
              </a:rPr>
              <a:t>four </a:t>
            </a:r>
            <a:r>
              <a:rPr sz="2000" spc="-30" dirty="0">
                <a:latin typeface="Century Gothic"/>
                <a:cs typeface="Century Gothic"/>
              </a:rPr>
              <a:t>components</a:t>
            </a:r>
            <a:r>
              <a:rPr sz="2000" spc="-45" dirty="0">
                <a:latin typeface="Century Gothic"/>
                <a:cs typeface="Century Gothic"/>
              </a:rPr>
              <a:t> </a:t>
            </a:r>
            <a:r>
              <a:rPr sz="2000" spc="65" dirty="0">
                <a:latin typeface="Century Gothic"/>
                <a:cs typeface="Century Gothic"/>
              </a:rPr>
              <a:t>in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spc="-80" dirty="0">
                <a:latin typeface="Century Gothic"/>
                <a:cs typeface="Century Gothic"/>
              </a:rPr>
              <a:t>one</a:t>
            </a:r>
            <a:r>
              <a:rPr sz="2000" spc="-45" dirty="0">
                <a:latin typeface="Century Gothic"/>
                <a:cs typeface="Century Gothic"/>
              </a:rPr>
              <a:t> </a:t>
            </a:r>
            <a:r>
              <a:rPr sz="2000" dirty="0">
                <a:latin typeface="Century Gothic"/>
                <a:cs typeface="Century Gothic"/>
              </a:rPr>
              <a:t>platform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spc="85" dirty="0">
                <a:latin typeface="Century Gothic"/>
                <a:cs typeface="Century Gothic"/>
              </a:rPr>
              <a:t>for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spc="190" dirty="0">
                <a:latin typeface="Century Gothic"/>
                <a:cs typeface="Century Gothic"/>
              </a:rPr>
              <a:t>Sri</a:t>
            </a:r>
            <a:r>
              <a:rPr sz="2000" spc="-45" dirty="0">
                <a:latin typeface="Century Gothic"/>
                <a:cs typeface="Century Gothic"/>
              </a:rPr>
              <a:t> </a:t>
            </a:r>
            <a:r>
              <a:rPr sz="2000" spc="-50" dirty="0">
                <a:latin typeface="Century Gothic"/>
                <a:cs typeface="Century Gothic"/>
              </a:rPr>
              <a:t>Lankan</a:t>
            </a:r>
            <a:r>
              <a:rPr sz="2000" spc="-40" dirty="0">
                <a:latin typeface="Century Gothic"/>
                <a:cs typeface="Century Gothic"/>
              </a:rPr>
              <a:t> </a:t>
            </a:r>
            <a:r>
              <a:rPr sz="2000" spc="-10" dirty="0">
                <a:latin typeface="Century Gothic"/>
                <a:cs typeface="Century Gothic"/>
              </a:rPr>
              <a:t>farmers</a:t>
            </a:r>
            <a:endParaRPr sz="20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575" y="6849743"/>
            <a:ext cx="8718550" cy="2934335"/>
            <a:chOff x="177575" y="6849743"/>
            <a:chExt cx="8718550" cy="2934335"/>
          </a:xfrm>
        </p:grpSpPr>
        <p:sp>
          <p:nvSpPr>
            <p:cNvPr id="5" name="object 5"/>
            <p:cNvSpPr/>
            <p:nvPr/>
          </p:nvSpPr>
          <p:spPr>
            <a:xfrm>
              <a:off x="177575" y="6849743"/>
              <a:ext cx="8718550" cy="2934335"/>
            </a:xfrm>
            <a:custGeom>
              <a:avLst/>
              <a:gdLst/>
              <a:ahLst/>
              <a:cxnLst/>
              <a:rect l="l" t="t" r="r" b="b"/>
              <a:pathLst>
                <a:path w="8718550" h="2934334">
                  <a:moveTo>
                    <a:pt x="8289372" y="2934329"/>
                  </a:moveTo>
                  <a:lnTo>
                    <a:pt x="428624" y="2934329"/>
                  </a:lnTo>
                  <a:lnTo>
                    <a:pt x="381921" y="2931814"/>
                  </a:lnTo>
                  <a:lnTo>
                    <a:pt x="336674" y="2924443"/>
                  </a:lnTo>
                  <a:lnTo>
                    <a:pt x="293146" y="2912477"/>
                  </a:lnTo>
                  <a:lnTo>
                    <a:pt x="251597" y="2896179"/>
                  </a:lnTo>
                  <a:lnTo>
                    <a:pt x="212289" y="2875809"/>
                  </a:lnTo>
                  <a:lnTo>
                    <a:pt x="175484" y="2851629"/>
                  </a:lnTo>
                  <a:lnTo>
                    <a:pt x="141443" y="2823901"/>
                  </a:lnTo>
                  <a:lnTo>
                    <a:pt x="110428" y="2792885"/>
                  </a:lnTo>
                  <a:lnTo>
                    <a:pt x="82699" y="2758844"/>
                  </a:lnTo>
                  <a:lnTo>
                    <a:pt x="58519" y="2722039"/>
                  </a:lnTo>
                  <a:lnTo>
                    <a:pt x="38149" y="2682731"/>
                  </a:lnTo>
                  <a:lnTo>
                    <a:pt x="21851" y="2641183"/>
                  </a:lnTo>
                  <a:lnTo>
                    <a:pt x="9886" y="2597654"/>
                  </a:lnTo>
                  <a:lnTo>
                    <a:pt x="2515" y="2552407"/>
                  </a:lnTo>
                  <a:lnTo>
                    <a:pt x="0" y="2505704"/>
                  </a:lnTo>
                  <a:lnTo>
                    <a:pt x="0" y="428624"/>
                  </a:lnTo>
                  <a:lnTo>
                    <a:pt x="2515" y="381921"/>
                  </a:lnTo>
                  <a:lnTo>
                    <a:pt x="9886" y="336674"/>
                  </a:lnTo>
                  <a:lnTo>
                    <a:pt x="21851" y="293146"/>
                  </a:lnTo>
                  <a:lnTo>
                    <a:pt x="38149" y="251597"/>
                  </a:lnTo>
                  <a:lnTo>
                    <a:pt x="58519" y="212289"/>
                  </a:lnTo>
                  <a:lnTo>
                    <a:pt x="82699" y="175484"/>
                  </a:lnTo>
                  <a:lnTo>
                    <a:pt x="110428" y="141443"/>
                  </a:lnTo>
                  <a:lnTo>
                    <a:pt x="141443" y="110428"/>
                  </a:lnTo>
                  <a:lnTo>
                    <a:pt x="175484" y="82699"/>
                  </a:lnTo>
                  <a:lnTo>
                    <a:pt x="212289" y="58519"/>
                  </a:lnTo>
                  <a:lnTo>
                    <a:pt x="251597" y="38149"/>
                  </a:lnTo>
                  <a:lnTo>
                    <a:pt x="293146" y="21851"/>
                  </a:lnTo>
                  <a:lnTo>
                    <a:pt x="336674" y="9886"/>
                  </a:lnTo>
                  <a:lnTo>
                    <a:pt x="381921" y="2515"/>
                  </a:lnTo>
                  <a:lnTo>
                    <a:pt x="428624" y="0"/>
                  </a:lnTo>
                  <a:lnTo>
                    <a:pt x="8289372" y="0"/>
                  </a:lnTo>
                  <a:lnTo>
                    <a:pt x="8336075" y="2515"/>
                  </a:lnTo>
                  <a:lnTo>
                    <a:pt x="8381322" y="9886"/>
                  </a:lnTo>
                  <a:lnTo>
                    <a:pt x="8424851" y="21851"/>
                  </a:lnTo>
                  <a:lnTo>
                    <a:pt x="8466399" y="38149"/>
                  </a:lnTo>
                  <a:lnTo>
                    <a:pt x="8505707" y="58519"/>
                  </a:lnTo>
                  <a:lnTo>
                    <a:pt x="8542512" y="82699"/>
                  </a:lnTo>
                  <a:lnTo>
                    <a:pt x="8576553" y="110428"/>
                  </a:lnTo>
                  <a:lnTo>
                    <a:pt x="8607569" y="141443"/>
                  </a:lnTo>
                  <a:lnTo>
                    <a:pt x="8635297" y="175484"/>
                  </a:lnTo>
                  <a:lnTo>
                    <a:pt x="8659477" y="212289"/>
                  </a:lnTo>
                  <a:lnTo>
                    <a:pt x="8679847" y="251597"/>
                  </a:lnTo>
                  <a:lnTo>
                    <a:pt x="8696145" y="293146"/>
                  </a:lnTo>
                  <a:lnTo>
                    <a:pt x="8708111" y="336674"/>
                  </a:lnTo>
                  <a:lnTo>
                    <a:pt x="8715482" y="381921"/>
                  </a:lnTo>
                  <a:lnTo>
                    <a:pt x="8717997" y="428624"/>
                  </a:lnTo>
                  <a:lnTo>
                    <a:pt x="8717997" y="2505704"/>
                  </a:lnTo>
                  <a:lnTo>
                    <a:pt x="8715482" y="2552407"/>
                  </a:lnTo>
                  <a:lnTo>
                    <a:pt x="8708111" y="2597654"/>
                  </a:lnTo>
                  <a:lnTo>
                    <a:pt x="8696145" y="2641183"/>
                  </a:lnTo>
                  <a:lnTo>
                    <a:pt x="8679847" y="2682731"/>
                  </a:lnTo>
                  <a:lnTo>
                    <a:pt x="8659477" y="2722039"/>
                  </a:lnTo>
                  <a:lnTo>
                    <a:pt x="8635297" y="2758844"/>
                  </a:lnTo>
                  <a:lnTo>
                    <a:pt x="8607569" y="2792885"/>
                  </a:lnTo>
                  <a:lnTo>
                    <a:pt x="8576553" y="2823901"/>
                  </a:lnTo>
                  <a:lnTo>
                    <a:pt x="8542512" y="2851629"/>
                  </a:lnTo>
                  <a:lnTo>
                    <a:pt x="8505707" y="2875809"/>
                  </a:lnTo>
                  <a:lnTo>
                    <a:pt x="8466399" y="2896179"/>
                  </a:lnTo>
                  <a:lnTo>
                    <a:pt x="8424851" y="2912477"/>
                  </a:lnTo>
                  <a:lnTo>
                    <a:pt x="8381322" y="2924443"/>
                  </a:lnTo>
                  <a:lnTo>
                    <a:pt x="8336075" y="2931814"/>
                  </a:lnTo>
                  <a:lnTo>
                    <a:pt x="8289372" y="2934329"/>
                  </a:lnTo>
                  <a:close/>
                </a:path>
              </a:pathLst>
            </a:custGeom>
            <a:solidFill>
              <a:srgbClr val="9ED594">
                <a:alpha val="71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331" y="7311174"/>
              <a:ext cx="95250" cy="952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331" y="7701699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331" y="8092224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8331" y="8482749"/>
              <a:ext cx="95250" cy="952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37318" y="566445"/>
            <a:ext cx="7592059" cy="8518525"/>
          </a:xfrm>
          <a:prstGeom prst="rect">
            <a:avLst/>
          </a:prstGeom>
        </p:spPr>
        <p:txBody>
          <a:bodyPr vert="horz" wrap="square" lIns="0" tIns="287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65"/>
              </a:spcBef>
            </a:pPr>
            <a:r>
              <a:rPr sz="4200" spc="160" dirty="0">
                <a:latin typeface="Century Gothic"/>
                <a:cs typeface="Century Gothic"/>
              </a:rPr>
              <a:t>PROBLEM</a:t>
            </a:r>
            <a:r>
              <a:rPr sz="4200" spc="-185" dirty="0">
                <a:latin typeface="Century Gothic"/>
                <a:cs typeface="Century Gothic"/>
              </a:rPr>
              <a:t> </a:t>
            </a:r>
            <a:r>
              <a:rPr sz="4200" spc="-20" dirty="0">
                <a:latin typeface="Century Gothic"/>
                <a:cs typeface="Century Gothic"/>
              </a:rPr>
              <a:t>AND</a:t>
            </a:r>
            <a:r>
              <a:rPr sz="4200" spc="-185" dirty="0">
                <a:latin typeface="Century Gothic"/>
                <a:cs typeface="Century Gothic"/>
              </a:rPr>
              <a:t> </a:t>
            </a:r>
            <a:r>
              <a:rPr sz="4200" spc="-10" dirty="0">
                <a:latin typeface="Century Gothic"/>
                <a:cs typeface="Century Gothic"/>
              </a:rPr>
              <a:t>IMPACT</a:t>
            </a:r>
            <a:endParaRPr sz="4200">
              <a:latin typeface="Century Gothic"/>
              <a:cs typeface="Century Gothic"/>
            </a:endParaRPr>
          </a:p>
          <a:p>
            <a:pPr marL="56515" marR="401955">
              <a:lnSpc>
                <a:spcPct val="116500"/>
              </a:lnSpc>
              <a:spcBef>
                <a:spcPts val="700"/>
              </a:spcBef>
            </a:pPr>
            <a:r>
              <a:rPr sz="2200" dirty="0">
                <a:latin typeface="Century Gothic"/>
                <a:cs typeface="Century Gothic"/>
              </a:rPr>
              <a:t>Farmers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spc="-70" dirty="0">
                <a:latin typeface="Century Gothic"/>
                <a:cs typeface="Century Gothic"/>
              </a:rPr>
              <a:t>cannot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spc="50" dirty="0">
                <a:latin typeface="Century Gothic"/>
                <a:cs typeface="Century Gothic"/>
              </a:rPr>
              <a:t>identify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spc="65" dirty="0">
                <a:latin typeface="Century Gothic"/>
                <a:cs typeface="Century Gothic"/>
              </a:rPr>
              <a:t>nutrient</a:t>
            </a:r>
            <a:r>
              <a:rPr sz="2200" spc="-5" dirty="0">
                <a:latin typeface="Century Gothic"/>
                <a:cs typeface="Century Gothic"/>
              </a:rPr>
              <a:t> </a:t>
            </a:r>
            <a:r>
              <a:rPr sz="2200" spc="-20" dirty="0">
                <a:latin typeface="Century Gothic"/>
                <a:cs typeface="Century Gothic"/>
              </a:rPr>
              <a:t>deficiencies</a:t>
            </a:r>
            <a:r>
              <a:rPr sz="2200" spc="-10" dirty="0">
                <a:latin typeface="Century Gothic"/>
                <a:cs typeface="Century Gothic"/>
              </a:rPr>
              <a:t> (N, </a:t>
            </a:r>
            <a:r>
              <a:rPr sz="2200" dirty="0">
                <a:latin typeface="Century Gothic"/>
                <a:cs typeface="Century Gothic"/>
              </a:rPr>
              <a:t>K,</a:t>
            </a:r>
            <a:r>
              <a:rPr sz="2200" spc="-10" dirty="0">
                <a:latin typeface="Century Gothic"/>
                <a:cs typeface="Century Gothic"/>
              </a:rPr>
              <a:t> </a:t>
            </a:r>
            <a:r>
              <a:rPr sz="2200" spc="-25" dirty="0">
                <a:latin typeface="Century Gothic"/>
                <a:cs typeface="Century Gothic"/>
              </a:rPr>
              <a:t>P, </a:t>
            </a:r>
            <a:r>
              <a:rPr sz="2200" spc="-40" dirty="0">
                <a:latin typeface="Century Gothic"/>
                <a:cs typeface="Century Gothic"/>
              </a:rPr>
              <a:t>Fe)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-465" dirty="0">
                <a:latin typeface="Century Gothic"/>
                <a:cs typeface="Century Gothic"/>
              </a:rPr>
              <a:t>—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all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-95" dirty="0">
                <a:latin typeface="Century Gothic"/>
                <a:cs typeface="Century Gothic"/>
              </a:rPr>
              <a:t>cause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90" dirty="0">
                <a:latin typeface="Century Gothic"/>
                <a:cs typeface="Century Gothic"/>
              </a:rPr>
              <a:t>similar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yellowing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symptoms</a:t>
            </a:r>
            <a:endParaRPr sz="2200">
              <a:latin typeface="Century Gothic"/>
              <a:cs typeface="Century Gothic"/>
            </a:endParaRPr>
          </a:p>
          <a:p>
            <a:pPr marL="56515" marR="821055">
              <a:lnSpc>
                <a:spcPct val="116500"/>
              </a:lnSpc>
            </a:pPr>
            <a:r>
              <a:rPr sz="2200" spc="-30" dirty="0">
                <a:latin typeface="Century Gothic"/>
                <a:cs typeface="Century Gothic"/>
              </a:rPr>
              <a:t>Tomato</a:t>
            </a:r>
            <a:r>
              <a:rPr sz="2200" spc="-5" dirty="0">
                <a:latin typeface="Century Gothic"/>
                <a:cs typeface="Century Gothic"/>
              </a:rPr>
              <a:t> </a:t>
            </a:r>
            <a:r>
              <a:rPr sz="2200" spc="135" dirty="0">
                <a:latin typeface="Century Gothic"/>
                <a:cs typeface="Century Gothic"/>
              </a:rPr>
              <a:t>fruit</a:t>
            </a:r>
            <a:r>
              <a:rPr sz="2200" spc="-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diseases</a:t>
            </a:r>
            <a:r>
              <a:rPr sz="2200" spc="-5" dirty="0">
                <a:latin typeface="Century Gothic"/>
                <a:cs typeface="Century Gothic"/>
              </a:rPr>
              <a:t> </a:t>
            </a:r>
            <a:r>
              <a:rPr sz="2200" spc="-95" dirty="0">
                <a:latin typeface="Century Gothic"/>
                <a:cs typeface="Century Gothic"/>
              </a:rPr>
              <a:t>cause</a:t>
            </a:r>
            <a:r>
              <a:rPr sz="2200" dirty="0">
                <a:latin typeface="Century Gothic"/>
                <a:cs typeface="Century Gothic"/>
              </a:rPr>
              <a:t> </a:t>
            </a:r>
            <a:r>
              <a:rPr sz="2200" spc="175" dirty="0">
                <a:latin typeface="Century Gothic"/>
                <a:cs typeface="Century Gothic"/>
              </a:rPr>
              <a:t>30–40%</a:t>
            </a:r>
            <a:r>
              <a:rPr sz="2200" spc="-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post-</a:t>
            </a:r>
            <a:r>
              <a:rPr sz="2200" spc="-10" dirty="0">
                <a:latin typeface="Century Gothic"/>
                <a:cs typeface="Century Gothic"/>
              </a:rPr>
              <a:t>harvest </a:t>
            </a:r>
            <a:r>
              <a:rPr sz="2200" spc="105" dirty="0">
                <a:latin typeface="Century Gothic"/>
                <a:cs typeface="Century Gothic"/>
              </a:rPr>
              <a:t>losses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annually</a:t>
            </a:r>
            <a:endParaRPr sz="2200">
              <a:latin typeface="Century Gothic"/>
              <a:cs typeface="Century Gothic"/>
            </a:endParaRPr>
          </a:p>
          <a:p>
            <a:pPr marL="56515" marR="36195">
              <a:lnSpc>
                <a:spcPct val="116500"/>
              </a:lnSpc>
            </a:pPr>
            <a:r>
              <a:rPr sz="2200" spc="-10" dirty="0">
                <a:latin typeface="Century Gothic"/>
                <a:cs typeface="Century Gothic"/>
              </a:rPr>
              <a:t>Leaf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disease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-65" dirty="0">
                <a:latin typeface="Century Gothic"/>
                <a:cs typeface="Century Gothic"/>
              </a:rPr>
              <a:t>co-</a:t>
            </a:r>
            <a:r>
              <a:rPr sz="2200" spc="-60" dirty="0">
                <a:latin typeface="Century Gothic"/>
                <a:cs typeface="Century Gothic"/>
              </a:rPr>
              <a:t>occurrence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(Early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-210" dirty="0">
                <a:latin typeface="Century Gothic"/>
                <a:cs typeface="Century Gothic"/>
              </a:rPr>
              <a:t>+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spc="-20" dirty="0">
                <a:latin typeface="Century Gothic"/>
                <a:cs typeface="Century Gothic"/>
              </a:rPr>
              <a:t>Late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50" dirty="0">
                <a:latin typeface="Century Gothic"/>
                <a:cs typeface="Century Gothic"/>
              </a:rPr>
              <a:t>Blight)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-20" dirty="0">
                <a:latin typeface="Century Gothic"/>
                <a:cs typeface="Century Gothic"/>
              </a:rPr>
              <a:t>leads</a:t>
            </a:r>
            <a:r>
              <a:rPr sz="2200" spc="-55" dirty="0">
                <a:latin typeface="Century Gothic"/>
                <a:cs typeface="Century Gothic"/>
              </a:rPr>
              <a:t> </a:t>
            </a:r>
            <a:r>
              <a:rPr sz="2200" spc="-25" dirty="0">
                <a:latin typeface="Century Gothic"/>
                <a:cs typeface="Century Gothic"/>
              </a:rPr>
              <a:t>to </a:t>
            </a:r>
            <a:r>
              <a:rPr sz="2200" dirty="0">
                <a:latin typeface="Century Gothic"/>
                <a:cs typeface="Century Gothic"/>
              </a:rPr>
              <a:t>missed</a:t>
            </a:r>
            <a:r>
              <a:rPr sz="2200" spc="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diagnosis</a:t>
            </a:r>
            <a:r>
              <a:rPr sz="2200" spc="5" dirty="0">
                <a:latin typeface="Century Gothic"/>
                <a:cs typeface="Century Gothic"/>
              </a:rPr>
              <a:t> </a:t>
            </a:r>
            <a:r>
              <a:rPr sz="2200" spc="-130" dirty="0">
                <a:latin typeface="Century Gothic"/>
                <a:cs typeface="Century Gothic"/>
              </a:rPr>
              <a:t>and</a:t>
            </a:r>
            <a:r>
              <a:rPr sz="2200" spc="5" dirty="0">
                <a:latin typeface="Century Gothic"/>
                <a:cs typeface="Century Gothic"/>
              </a:rPr>
              <a:t> </a:t>
            </a:r>
            <a:r>
              <a:rPr sz="2200" spc="-45" dirty="0">
                <a:latin typeface="Century Gothic"/>
                <a:cs typeface="Century Gothic"/>
              </a:rPr>
              <a:t>wrong</a:t>
            </a:r>
            <a:r>
              <a:rPr sz="2200" spc="5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treatment</a:t>
            </a:r>
            <a:endParaRPr sz="2200">
              <a:latin typeface="Century Gothic"/>
              <a:cs typeface="Century Gothic"/>
            </a:endParaRPr>
          </a:p>
          <a:p>
            <a:pPr marL="56515" marR="5080">
              <a:lnSpc>
                <a:spcPct val="116500"/>
              </a:lnSpc>
            </a:pPr>
            <a:r>
              <a:rPr sz="2200" spc="-20" dirty="0">
                <a:latin typeface="Century Gothic"/>
                <a:cs typeface="Century Gothic"/>
              </a:rPr>
              <a:t>Unpredictable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-20" dirty="0">
                <a:latin typeface="Century Gothic"/>
                <a:cs typeface="Century Gothic"/>
              </a:rPr>
              <a:t>market</a:t>
            </a:r>
            <a:r>
              <a:rPr sz="2200" spc="-4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prices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-95" dirty="0">
                <a:latin typeface="Century Gothic"/>
                <a:cs typeface="Century Gothic"/>
              </a:rPr>
              <a:t>cause</a:t>
            </a:r>
            <a:r>
              <a:rPr sz="2200" spc="-45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financial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105" dirty="0">
                <a:latin typeface="Century Gothic"/>
                <a:cs typeface="Century Gothic"/>
              </a:rPr>
              <a:t>losses</a:t>
            </a:r>
            <a:r>
              <a:rPr sz="2200" spc="-45" dirty="0">
                <a:latin typeface="Century Gothic"/>
                <a:cs typeface="Century Gothic"/>
              </a:rPr>
              <a:t> </a:t>
            </a:r>
            <a:r>
              <a:rPr sz="2200" spc="30" dirty="0">
                <a:latin typeface="Century Gothic"/>
                <a:cs typeface="Century Gothic"/>
              </a:rPr>
              <a:t>from </a:t>
            </a:r>
            <a:r>
              <a:rPr sz="2200" dirty="0">
                <a:latin typeface="Century Gothic"/>
                <a:cs typeface="Century Gothic"/>
              </a:rPr>
              <a:t>poor</a:t>
            </a:r>
            <a:r>
              <a:rPr sz="2200" spc="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harvest</a:t>
            </a:r>
            <a:r>
              <a:rPr sz="2200" spc="10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timing</a:t>
            </a:r>
            <a:endParaRPr sz="2200">
              <a:latin typeface="Century Gothic"/>
              <a:cs typeface="Century Gothic"/>
            </a:endParaRPr>
          </a:p>
          <a:p>
            <a:pPr marL="56515" marR="1079500">
              <a:lnSpc>
                <a:spcPct val="116500"/>
              </a:lnSpc>
            </a:pPr>
            <a:r>
              <a:rPr sz="2200" dirty="0">
                <a:latin typeface="Century Gothic"/>
                <a:cs typeface="Century Gothic"/>
              </a:rPr>
              <a:t>No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-35" dirty="0">
                <a:latin typeface="Century Gothic"/>
                <a:cs typeface="Century Gothic"/>
              </a:rPr>
              <a:t>affordable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-85" dirty="0">
                <a:latin typeface="Century Gothic"/>
                <a:cs typeface="Century Gothic"/>
              </a:rPr>
              <a:t>automated</a:t>
            </a:r>
            <a:r>
              <a:rPr sz="2200" spc="-4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tool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100" dirty="0">
                <a:latin typeface="Century Gothic"/>
                <a:cs typeface="Century Gothic"/>
              </a:rPr>
              <a:t>exists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85" dirty="0">
                <a:latin typeface="Century Gothic"/>
                <a:cs typeface="Century Gothic"/>
              </a:rPr>
              <a:t>in</a:t>
            </a:r>
            <a:r>
              <a:rPr sz="2200" spc="-45" dirty="0">
                <a:latin typeface="Century Gothic"/>
                <a:cs typeface="Century Gothic"/>
              </a:rPr>
              <a:t> </a:t>
            </a:r>
            <a:r>
              <a:rPr sz="2200" spc="210" dirty="0">
                <a:latin typeface="Century Gothic"/>
                <a:cs typeface="Century Gothic"/>
              </a:rPr>
              <a:t>Sri</a:t>
            </a:r>
            <a:r>
              <a:rPr sz="2200" spc="-50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Lanka </a:t>
            </a:r>
            <a:r>
              <a:rPr sz="2200" spc="-40" dirty="0">
                <a:latin typeface="Century Gothic"/>
                <a:cs typeface="Century Gothic"/>
              </a:rPr>
              <a:t>covering</a:t>
            </a:r>
            <a:r>
              <a:rPr sz="2200" spc="-2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all</a:t>
            </a:r>
            <a:r>
              <a:rPr sz="2200" spc="-2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these</a:t>
            </a:r>
            <a:r>
              <a:rPr sz="2200" spc="-25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problems</a:t>
            </a:r>
            <a:endParaRPr sz="2200">
              <a:latin typeface="Century Gothic"/>
              <a:cs typeface="Century Gothic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200">
              <a:latin typeface="Century Gothic"/>
              <a:cs typeface="Century Gothic"/>
            </a:endParaRPr>
          </a:p>
          <a:p>
            <a:pPr marL="391160">
              <a:lnSpc>
                <a:spcPct val="100000"/>
              </a:lnSpc>
            </a:pPr>
            <a:r>
              <a:rPr sz="4200" spc="185" dirty="0">
                <a:latin typeface="Century Gothic"/>
                <a:cs typeface="Century Gothic"/>
              </a:rPr>
              <a:t>BENEFICIARIES</a:t>
            </a:r>
            <a:endParaRPr sz="4200">
              <a:latin typeface="Century Gothic"/>
              <a:cs typeface="Century Gothic"/>
            </a:endParaRPr>
          </a:p>
          <a:p>
            <a:pPr marL="56515" marR="410209">
              <a:lnSpc>
                <a:spcPct val="116500"/>
              </a:lnSpc>
              <a:spcBef>
                <a:spcPts val="4350"/>
              </a:spcBef>
            </a:pPr>
            <a:r>
              <a:rPr sz="2200" spc="-30" dirty="0">
                <a:latin typeface="Century Gothic"/>
                <a:cs typeface="Century Gothic"/>
              </a:rPr>
              <a:t>Tomato</a:t>
            </a:r>
            <a:r>
              <a:rPr sz="2200" spc="25" dirty="0">
                <a:latin typeface="Century Gothic"/>
                <a:cs typeface="Century Gothic"/>
              </a:rPr>
              <a:t> </a:t>
            </a:r>
            <a:r>
              <a:rPr sz="2200" spc="45" dirty="0">
                <a:latin typeface="Century Gothic"/>
                <a:cs typeface="Century Gothic"/>
              </a:rPr>
              <a:t>farmers</a:t>
            </a:r>
            <a:r>
              <a:rPr sz="2200" spc="25" dirty="0">
                <a:latin typeface="Century Gothic"/>
                <a:cs typeface="Century Gothic"/>
              </a:rPr>
              <a:t> </a:t>
            </a:r>
            <a:r>
              <a:rPr sz="2200" spc="-130" dirty="0">
                <a:latin typeface="Century Gothic"/>
                <a:cs typeface="Century Gothic"/>
              </a:rPr>
              <a:t>and</a:t>
            </a:r>
            <a:r>
              <a:rPr sz="2200" spc="2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smallholder</a:t>
            </a:r>
            <a:r>
              <a:rPr sz="2200" spc="25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agricultural</a:t>
            </a:r>
            <a:r>
              <a:rPr sz="2200" spc="25" dirty="0">
                <a:latin typeface="Century Gothic"/>
                <a:cs typeface="Century Gothic"/>
              </a:rPr>
              <a:t> </a:t>
            </a:r>
            <a:r>
              <a:rPr sz="2200" spc="35" dirty="0">
                <a:latin typeface="Century Gothic"/>
                <a:cs typeface="Century Gothic"/>
              </a:rPr>
              <a:t>workers </a:t>
            </a:r>
            <a:r>
              <a:rPr sz="2200" dirty="0">
                <a:latin typeface="Century Gothic"/>
                <a:cs typeface="Century Gothic"/>
              </a:rPr>
              <a:t>Agricultural</a:t>
            </a:r>
            <a:r>
              <a:rPr sz="2200" spc="114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extension</a:t>
            </a:r>
            <a:r>
              <a:rPr sz="2200" spc="120" dirty="0">
                <a:latin typeface="Century Gothic"/>
                <a:cs typeface="Century Gothic"/>
              </a:rPr>
              <a:t> </a:t>
            </a:r>
            <a:r>
              <a:rPr sz="2200" spc="45" dirty="0">
                <a:latin typeface="Century Gothic"/>
                <a:cs typeface="Century Gothic"/>
              </a:rPr>
              <a:t>officers</a:t>
            </a:r>
            <a:endParaRPr sz="2200">
              <a:latin typeface="Century Gothic"/>
              <a:cs typeface="Century Gothic"/>
            </a:endParaRPr>
          </a:p>
          <a:p>
            <a:pPr marL="56515" marR="673735">
              <a:lnSpc>
                <a:spcPct val="116500"/>
              </a:lnSpc>
            </a:pPr>
            <a:r>
              <a:rPr sz="2200" dirty="0">
                <a:latin typeface="Century Gothic"/>
                <a:cs typeface="Century Gothic"/>
              </a:rPr>
              <a:t>Online</a:t>
            </a:r>
            <a:r>
              <a:rPr sz="2200" spc="-65" dirty="0">
                <a:latin typeface="Century Gothic"/>
                <a:cs typeface="Century Gothic"/>
              </a:rPr>
              <a:t> </a:t>
            </a:r>
            <a:r>
              <a:rPr sz="2200" spc="-20" dirty="0">
                <a:latin typeface="Century Gothic"/>
                <a:cs typeface="Century Gothic"/>
              </a:rPr>
              <a:t>agri-</a:t>
            </a:r>
            <a:r>
              <a:rPr sz="2200" spc="45" dirty="0">
                <a:latin typeface="Century Gothic"/>
                <a:cs typeface="Century Gothic"/>
              </a:rPr>
              <a:t>platforms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spc="-130" dirty="0">
                <a:latin typeface="Century Gothic"/>
                <a:cs typeface="Century Gothic"/>
              </a:rPr>
              <a:t>and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mobile</a:t>
            </a:r>
            <a:r>
              <a:rPr sz="2200" spc="-65" dirty="0">
                <a:latin typeface="Century Gothic"/>
                <a:cs typeface="Century Gothic"/>
              </a:rPr>
              <a:t> </a:t>
            </a:r>
            <a:r>
              <a:rPr sz="2200" spc="-165" dirty="0">
                <a:latin typeface="Century Gothic"/>
                <a:cs typeface="Century Gothic"/>
              </a:rPr>
              <a:t>app</a:t>
            </a:r>
            <a:r>
              <a:rPr sz="2200" spc="-60" dirty="0">
                <a:latin typeface="Century Gothic"/>
                <a:cs typeface="Century Gothic"/>
              </a:rPr>
              <a:t> </a:t>
            </a:r>
            <a:r>
              <a:rPr sz="2200" spc="95" dirty="0">
                <a:latin typeface="Century Gothic"/>
                <a:cs typeface="Century Gothic"/>
              </a:rPr>
              <a:t>users </a:t>
            </a:r>
            <a:r>
              <a:rPr sz="2200" spc="-40" dirty="0">
                <a:latin typeface="Century Gothic"/>
                <a:cs typeface="Century Gothic"/>
              </a:rPr>
              <a:t>Government</a:t>
            </a:r>
            <a:r>
              <a:rPr sz="2200" spc="-70" dirty="0">
                <a:latin typeface="Century Gothic"/>
                <a:cs typeface="Century Gothic"/>
              </a:rPr>
              <a:t> </a:t>
            </a:r>
            <a:r>
              <a:rPr sz="2200" dirty="0">
                <a:latin typeface="Century Gothic"/>
                <a:cs typeface="Century Gothic"/>
              </a:rPr>
              <a:t>agriculture</a:t>
            </a:r>
            <a:r>
              <a:rPr sz="2200" spc="-65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departments</a:t>
            </a:r>
            <a:r>
              <a:rPr sz="2200" spc="-65" dirty="0">
                <a:latin typeface="Century Gothic"/>
                <a:cs typeface="Century Gothic"/>
              </a:rPr>
              <a:t> </a:t>
            </a:r>
            <a:r>
              <a:rPr sz="2200" spc="-130" dirty="0">
                <a:latin typeface="Century Gothic"/>
                <a:cs typeface="Century Gothic"/>
              </a:rPr>
              <a:t>and</a:t>
            </a:r>
            <a:r>
              <a:rPr sz="2200" spc="-65" dirty="0">
                <a:latin typeface="Century Gothic"/>
                <a:cs typeface="Century Gothic"/>
              </a:rPr>
              <a:t> </a:t>
            </a:r>
            <a:r>
              <a:rPr sz="2200" spc="-10" dirty="0">
                <a:latin typeface="Century Gothic"/>
                <a:cs typeface="Century Gothic"/>
              </a:rPr>
              <a:t>research </a:t>
            </a:r>
            <a:r>
              <a:rPr sz="2200" spc="95" dirty="0">
                <a:latin typeface="Century Gothic"/>
                <a:cs typeface="Century Gothic"/>
              </a:rPr>
              <a:t>institutions</a:t>
            </a:r>
            <a:endParaRPr sz="2200">
              <a:latin typeface="Century Gothic"/>
              <a:cs typeface="Century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88621" y="9937636"/>
            <a:ext cx="136334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50" spc="-90" dirty="0">
                <a:latin typeface="Century"/>
                <a:cs typeface="Century"/>
              </a:rPr>
              <a:t>R26-</a:t>
            </a:r>
            <a:r>
              <a:rPr sz="2050" spc="-150" dirty="0">
                <a:latin typeface="Century"/>
                <a:cs typeface="Century"/>
              </a:rPr>
              <a:t>SE-</a:t>
            </a:r>
            <a:r>
              <a:rPr sz="2050" spc="-25" dirty="0">
                <a:latin typeface="Century"/>
                <a:cs typeface="Century"/>
              </a:rPr>
              <a:t>032</a:t>
            </a:r>
            <a:endParaRPr sz="205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39324" y="0"/>
            <a:ext cx="5648960" cy="10287000"/>
            <a:chOff x="12639324" y="0"/>
            <a:chExt cx="564896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12881" y="0"/>
              <a:ext cx="4075118" cy="10274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639324" y="8280"/>
              <a:ext cx="1714500" cy="10278745"/>
            </a:xfrm>
            <a:custGeom>
              <a:avLst/>
              <a:gdLst/>
              <a:ahLst/>
              <a:cxnLst/>
              <a:rect l="l" t="t" r="r" b="b"/>
              <a:pathLst>
                <a:path w="1714500" h="10278745">
                  <a:moveTo>
                    <a:pt x="1701799" y="6736032"/>
                  </a:moveTo>
                  <a:lnTo>
                    <a:pt x="1701799" y="4100377"/>
                  </a:lnTo>
                  <a:lnTo>
                    <a:pt x="1714499" y="4151004"/>
                  </a:lnTo>
                  <a:lnTo>
                    <a:pt x="1714499" y="6685305"/>
                  </a:lnTo>
                  <a:lnTo>
                    <a:pt x="1701799" y="6736032"/>
                  </a:lnTo>
                  <a:close/>
                </a:path>
                <a:path w="1714500" h="10278745">
                  <a:moveTo>
                    <a:pt x="1689099" y="7243305"/>
                  </a:moveTo>
                  <a:lnTo>
                    <a:pt x="1689099" y="3543487"/>
                  </a:lnTo>
                  <a:lnTo>
                    <a:pt x="1701799" y="3594112"/>
                  </a:lnTo>
                  <a:lnTo>
                    <a:pt x="1701799" y="7192577"/>
                  </a:lnTo>
                  <a:lnTo>
                    <a:pt x="1689099" y="7243305"/>
                  </a:lnTo>
                  <a:close/>
                </a:path>
                <a:path w="1714500" h="10278745">
                  <a:moveTo>
                    <a:pt x="1676399" y="7649134"/>
                  </a:moveTo>
                  <a:lnTo>
                    <a:pt x="1676399" y="3138485"/>
                  </a:lnTo>
                  <a:lnTo>
                    <a:pt x="1689099" y="3189110"/>
                  </a:lnTo>
                  <a:lnTo>
                    <a:pt x="1689099" y="7598405"/>
                  </a:lnTo>
                  <a:lnTo>
                    <a:pt x="1676399" y="7649134"/>
                  </a:lnTo>
                  <a:close/>
                </a:path>
                <a:path w="1714500" h="10278745">
                  <a:moveTo>
                    <a:pt x="1663699" y="8004242"/>
                  </a:moveTo>
                  <a:lnTo>
                    <a:pt x="1663699" y="2834739"/>
                  </a:lnTo>
                  <a:lnTo>
                    <a:pt x="1676399" y="2885363"/>
                  </a:lnTo>
                  <a:lnTo>
                    <a:pt x="1676399" y="7953511"/>
                  </a:lnTo>
                  <a:lnTo>
                    <a:pt x="1663699" y="8004242"/>
                  </a:lnTo>
                  <a:close/>
                </a:path>
                <a:path w="1714500" h="10278745">
                  <a:moveTo>
                    <a:pt x="1650999" y="8257894"/>
                  </a:moveTo>
                  <a:lnTo>
                    <a:pt x="1650999" y="2530998"/>
                  </a:lnTo>
                  <a:lnTo>
                    <a:pt x="1663699" y="2581621"/>
                  </a:lnTo>
                  <a:lnTo>
                    <a:pt x="1663699" y="8207163"/>
                  </a:lnTo>
                  <a:lnTo>
                    <a:pt x="1650999" y="8257894"/>
                  </a:lnTo>
                  <a:close/>
                </a:path>
                <a:path w="1714500" h="10278745">
                  <a:moveTo>
                    <a:pt x="1638299" y="8562281"/>
                  </a:moveTo>
                  <a:lnTo>
                    <a:pt x="1638299" y="2227262"/>
                  </a:lnTo>
                  <a:lnTo>
                    <a:pt x="1650999" y="2277884"/>
                  </a:lnTo>
                  <a:lnTo>
                    <a:pt x="1650999" y="8511550"/>
                  </a:lnTo>
                  <a:lnTo>
                    <a:pt x="1638299" y="8562281"/>
                  </a:lnTo>
                  <a:close/>
                </a:path>
                <a:path w="1714500" h="10278745">
                  <a:moveTo>
                    <a:pt x="1625599" y="8815941"/>
                  </a:moveTo>
                  <a:lnTo>
                    <a:pt x="1625599" y="1974151"/>
                  </a:lnTo>
                  <a:lnTo>
                    <a:pt x="1638299" y="2024773"/>
                  </a:lnTo>
                  <a:lnTo>
                    <a:pt x="1638299" y="8765209"/>
                  </a:lnTo>
                  <a:lnTo>
                    <a:pt x="1625599" y="8815941"/>
                  </a:lnTo>
                  <a:close/>
                </a:path>
                <a:path w="1714500" h="10278745">
                  <a:moveTo>
                    <a:pt x="1612899" y="9018872"/>
                  </a:moveTo>
                  <a:lnTo>
                    <a:pt x="1612899" y="1771665"/>
                  </a:lnTo>
                  <a:lnTo>
                    <a:pt x="1625599" y="1822287"/>
                  </a:lnTo>
                  <a:lnTo>
                    <a:pt x="1625599" y="8968139"/>
                  </a:lnTo>
                  <a:lnTo>
                    <a:pt x="1612899" y="9018872"/>
                  </a:lnTo>
                  <a:close/>
                </a:path>
                <a:path w="1714500" h="10278745">
                  <a:moveTo>
                    <a:pt x="1600199" y="9272538"/>
                  </a:moveTo>
                  <a:lnTo>
                    <a:pt x="1600199" y="1569181"/>
                  </a:lnTo>
                  <a:lnTo>
                    <a:pt x="1612899" y="1619802"/>
                  </a:lnTo>
                  <a:lnTo>
                    <a:pt x="1612899" y="9221805"/>
                  </a:lnTo>
                  <a:lnTo>
                    <a:pt x="1600199" y="9272538"/>
                  </a:lnTo>
                  <a:close/>
                </a:path>
                <a:path w="1714500" h="10278745">
                  <a:moveTo>
                    <a:pt x="1587499" y="9475474"/>
                  </a:moveTo>
                  <a:lnTo>
                    <a:pt x="1587499" y="1316079"/>
                  </a:lnTo>
                  <a:lnTo>
                    <a:pt x="1600199" y="1366699"/>
                  </a:lnTo>
                  <a:lnTo>
                    <a:pt x="1600199" y="9424740"/>
                  </a:lnTo>
                  <a:lnTo>
                    <a:pt x="1587499" y="9475474"/>
                  </a:lnTo>
                  <a:close/>
                </a:path>
                <a:path w="1714500" h="10278745">
                  <a:moveTo>
                    <a:pt x="1574799" y="9678412"/>
                  </a:moveTo>
                  <a:lnTo>
                    <a:pt x="1574799" y="1164219"/>
                  </a:lnTo>
                  <a:lnTo>
                    <a:pt x="1587499" y="1214839"/>
                  </a:lnTo>
                  <a:lnTo>
                    <a:pt x="1587499" y="9627677"/>
                  </a:lnTo>
                  <a:lnTo>
                    <a:pt x="1574799" y="9678412"/>
                  </a:lnTo>
                  <a:close/>
                </a:path>
                <a:path w="1714500" h="10278745">
                  <a:moveTo>
                    <a:pt x="1562099" y="9830617"/>
                  </a:moveTo>
                  <a:lnTo>
                    <a:pt x="1562099" y="961742"/>
                  </a:lnTo>
                  <a:lnTo>
                    <a:pt x="1574799" y="1012361"/>
                  </a:lnTo>
                  <a:lnTo>
                    <a:pt x="1574799" y="9779882"/>
                  </a:lnTo>
                  <a:lnTo>
                    <a:pt x="1562099" y="9830617"/>
                  </a:lnTo>
                  <a:close/>
                </a:path>
                <a:path w="1714500" h="10278745">
                  <a:moveTo>
                    <a:pt x="1549399" y="10033558"/>
                  </a:moveTo>
                  <a:lnTo>
                    <a:pt x="1549399" y="759266"/>
                  </a:lnTo>
                  <a:lnTo>
                    <a:pt x="1562099" y="809885"/>
                  </a:lnTo>
                  <a:lnTo>
                    <a:pt x="1562099" y="9982823"/>
                  </a:lnTo>
                  <a:lnTo>
                    <a:pt x="1549399" y="10033558"/>
                  </a:lnTo>
                  <a:close/>
                </a:path>
                <a:path w="1714500" h="10278745">
                  <a:moveTo>
                    <a:pt x="1536699" y="10185766"/>
                  </a:moveTo>
                  <a:lnTo>
                    <a:pt x="1536699" y="607410"/>
                  </a:lnTo>
                  <a:lnTo>
                    <a:pt x="1549399" y="658029"/>
                  </a:lnTo>
                  <a:lnTo>
                    <a:pt x="1549399" y="10135030"/>
                  </a:lnTo>
                  <a:lnTo>
                    <a:pt x="1536699" y="10185766"/>
                  </a:lnTo>
                  <a:close/>
                </a:path>
                <a:path w="1714500" h="10278745">
                  <a:moveTo>
                    <a:pt x="0" y="378"/>
                  </a:moveTo>
                  <a:lnTo>
                    <a:pt x="0" y="0"/>
                  </a:lnTo>
                  <a:lnTo>
                    <a:pt x="1498599" y="0"/>
                  </a:lnTo>
                  <a:lnTo>
                    <a:pt x="1498599" y="101233"/>
                  </a:lnTo>
                  <a:lnTo>
                    <a:pt x="1511299" y="151850"/>
                  </a:lnTo>
                  <a:lnTo>
                    <a:pt x="1511299" y="253085"/>
                  </a:lnTo>
                  <a:lnTo>
                    <a:pt x="1523999" y="303703"/>
                  </a:lnTo>
                  <a:lnTo>
                    <a:pt x="1523999" y="455556"/>
                  </a:lnTo>
                  <a:lnTo>
                    <a:pt x="1536699" y="506174"/>
                  </a:lnTo>
                  <a:lnTo>
                    <a:pt x="1536699" y="10278719"/>
                  </a:lnTo>
                  <a:lnTo>
                    <a:pt x="1295399" y="10278719"/>
                  </a:lnTo>
                  <a:lnTo>
                    <a:pt x="1295399" y="4458933"/>
                  </a:lnTo>
                  <a:lnTo>
                    <a:pt x="1282699" y="4421877"/>
                  </a:lnTo>
                  <a:lnTo>
                    <a:pt x="1282699" y="4190973"/>
                  </a:lnTo>
                  <a:lnTo>
                    <a:pt x="1269999" y="4151076"/>
                  </a:lnTo>
                  <a:lnTo>
                    <a:pt x="1269999" y="4028992"/>
                  </a:lnTo>
                  <a:lnTo>
                    <a:pt x="1257299" y="3987506"/>
                  </a:lnTo>
                  <a:lnTo>
                    <a:pt x="1257299" y="3903355"/>
                  </a:lnTo>
                  <a:lnTo>
                    <a:pt x="1244599" y="3860694"/>
                  </a:lnTo>
                  <a:lnTo>
                    <a:pt x="1244599" y="3774208"/>
                  </a:lnTo>
                  <a:lnTo>
                    <a:pt x="1231899" y="3730386"/>
                  </a:lnTo>
                  <a:lnTo>
                    <a:pt x="1231899" y="3686180"/>
                  </a:lnTo>
                  <a:lnTo>
                    <a:pt x="1219199" y="3641592"/>
                  </a:lnTo>
                  <a:lnTo>
                    <a:pt x="1219199" y="3596624"/>
                  </a:lnTo>
                  <a:lnTo>
                    <a:pt x="1206499" y="3551277"/>
                  </a:lnTo>
                  <a:lnTo>
                    <a:pt x="1206499" y="3505552"/>
                  </a:lnTo>
                  <a:lnTo>
                    <a:pt x="1193799" y="3459452"/>
                  </a:lnTo>
                  <a:lnTo>
                    <a:pt x="1193799" y="3412978"/>
                  </a:lnTo>
                  <a:lnTo>
                    <a:pt x="1181099" y="3366131"/>
                  </a:lnTo>
                  <a:lnTo>
                    <a:pt x="1181099" y="3318913"/>
                  </a:lnTo>
                  <a:lnTo>
                    <a:pt x="1155699" y="3223371"/>
                  </a:lnTo>
                  <a:lnTo>
                    <a:pt x="1155699" y="3175049"/>
                  </a:lnTo>
                  <a:lnTo>
                    <a:pt x="1117599" y="3027904"/>
                  </a:lnTo>
                  <a:lnTo>
                    <a:pt x="1117599" y="2978134"/>
                  </a:lnTo>
                  <a:lnTo>
                    <a:pt x="965199" y="2353405"/>
                  </a:lnTo>
                  <a:lnTo>
                    <a:pt x="939799" y="2299102"/>
                  </a:lnTo>
                  <a:lnTo>
                    <a:pt x="901699" y="2134174"/>
                  </a:lnTo>
                  <a:lnTo>
                    <a:pt x="876299" y="2078530"/>
                  </a:lnTo>
                  <a:lnTo>
                    <a:pt x="850899" y="1966251"/>
                  </a:lnTo>
                  <a:lnTo>
                    <a:pt x="825499" y="1909618"/>
                  </a:lnTo>
                  <a:lnTo>
                    <a:pt x="812799" y="1852659"/>
                  </a:lnTo>
                  <a:lnTo>
                    <a:pt x="787399" y="1795375"/>
                  </a:lnTo>
                  <a:lnTo>
                    <a:pt x="774699" y="1737768"/>
                  </a:lnTo>
                  <a:lnTo>
                    <a:pt x="723899" y="1621591"/>
                  </a:lnTo>
                  <a:lnTo>
                    <a:pt x="711199" y="1563024"/>
                  </a:lnTo>
                  <a:lnTo>
                    <a:pt x="634999" y="1385427"/>
                  </a:lnTo>
                  <a:lnTo>
                    <a:pt x="622299" y="1325602"/>
                  </a:lnTo>
                  <a:lnTo>
                    <a:pt x="419099" y="835957"/>
                  </a:lnTo>
                  <a:lnTo>
                    <a:pt x="380999" y="773395"/>
                  </a:lnTo>
                  <a:lnTo>
                    <a:pt x="330199" y="647383"/>
                  </a:lnTo>
                  <a:lnTo>
                    <a:pt x="292099" y="583937"/>
                  </a:lnTo>
                  <a:lnTo>
                    <a:pt x="241299" y="456172"/>
                  </a:lnTo>
                  <a:lnTo>
                    <a:pt x="203199" y="391857"/>
                  </a:lnTo>
                  <a:lnTo>
                    <a:pt x="177799" y="327254"/>
                  </a:lnTo>
                  <a:lnTo>
                    <a:pt x="101599" y="197196"/>
                  </a:lnTo>
                  <a:lnTo>
                    <a:pt x="76199" y="131744"/>
                  </a:lnTo>
                  <a:lnTo>
                    <a:pt x="0" y="378"/>
                  </a:lnTo>
                  <a:close/>
                </a:path>
                <a:path w="1714500" h="10278745">
                  <a:moveTo>
                    <a:pt x="165099" y="10278719"/>
                  </a:moveTo>
                  <a:lnTo>
                    <a:pt x="177799" y="10242753"/>
                  </a:lnTo>
                  <a:lnTo>
                    <a:pt x="228599" y="10063528"/>
                  </a:lnTo>
                  <a:lnTo>
                    <a:pt x="253999" y="10017284"/>
                  </a:lnTo>
                  <a:lnTo>
                    <a:pt x="266699" y="9970471"/>
                  </a:lnTo>
                  <a:lnTo>
                    <a:pt x="342899" y="9677867"/>
                  </a:lnTo>
                  <a:lnTo>
                    <a:pt x="368299" y="9627179"/>
                  </a:lnTo>
                  <a:lnTo>
                    <a:pt x="431799" y="9365726"/>
                  </a:lnTo>
                  <a:lnTo>
                    <a:pt x="457199" y="9311858"/>
                  </a:lnTo>
                  <a:lnTo>
                    <a:pt x="520699" y="9034831"/>
                  </a:lnTo>
                  <a:lnTo>
                    <a:pt x="546099" y="8977914"/>
                  </a:lnTo>
                  <a:lnTo>
                    <a:pt x="596899" y="8745326"/>
                  </a:lnTo>
                  <a:lnTo>
                    <a:pt x="622299" y="8685967"/>
                  </a:lnTo>
                  <a:lnTo>
                    <a:pt x="673099" y="8443796"/>
                  </a:lnTo>
                  <a:lnTo>
                    <a:pt x="698499" y="8334913"/>
                  </a:lnTo>
                  <a:lnTo>
                    <a:pt x="723899" y="8258040"/>
                  </a:lnTo>
                  <a:lnTo>
                    <a:pt x="736599" y="8177932"/>
                  </a:lnTo>
                  <a:lnTo>
                    <a:pt x="749299" y="8136717"/>
                  </a:lnTo>
                  <a:lnTo>
                    <a:pt x="787399" y="8008680"/>
                  </a:lnTo>
                  <a:lnTo>
                    <a:pt x="787399" y="7964606"/>
                  </a:lnTo>
                  <a:lnTo>
                    <a:pt x="850899" y="7734711"/>
                  </a:lnTo>
                  <a:lnTo>
                    <a:pt x="850899" y="7686973"/>
                  </a:lnTo>
                  <a:lnTo>
                    <a:pt x="939799" y="7338911"/>
                  </a:lnTo>
                  <a:lnTo>
                    <a:pt x="939799" y="7287453"/>
                  </a:lnTo>
                  <a:lnTo>
                    <a:pt x="1028699" y="6918015"/>
                  </a:lnTo>
                  <a:lnTo>
                    <a:pt x="1028699" y="6864170"/>
                  </a:lnTo>
                  <a:lnTo>
                    <a:pt x="1092199" y="6592287"/>
                  </a:lnTo>
                  <a:lnTo>
                    <a:pt x="1092199" y="6537525"/>
                  </a:lnTo>
                  <a:lnTo>
                    <a:pt x="1130299" y="6372844"/>
                  </a:lnTo>
                  <a:lnTo>
                    <a:pt x="1130299" y="6317888"/>
                  </a:lnTo>
                  <a:lnTo>
                    <a:pt x="1168399" y="6153123"/>
                  </a:lnTo>
                  <a:lnTo>
                    <a:pt x="1168399" y="6098305"/>
                  </a:lnTo>
                  <a:lnTo>
                    <a:pt x="1181099" y="6043575"/>
                  </a:lnTo>
                  <a:lnTo>
                    <a:pt x="1181099" y="5988951"/>
                  </a:lnTo>
                  <a:lnTo>
                    <a:pt x="1206499" y="5880111"/>
                  </a:lnTo>
                  <a:lnTo>
                    <a:pt x="1206499" y="5825935"/>
                  </a:lnTo>
                  <a:lnTo>
                    <a:pt x="1219199" y="5771950"/>
                  </a:lnTo>
                  <a:lnTo>
                    <a:pt x="1219199" y="5718177"/>
                  </a:lnTo>
                  <a:lnTo>
                    <a:pt x="1231899" y="5664636"/>
                  </a:lnTo>
                  <a:lnTo>
                    <a:pt x="1231899" y="5611349"/>
                  </a:lnTo>
                  <a:lnTo>
                    <a:pt x="1244599" y="5558336"/>
                  </a:lnTo>
                  <a:lnTo>
                    <a:pt x="1244599" y="5505617"/>
                  </a:lnTo>
                  <a:lnTo>
                    <a:pt x="1257299" y="5453214"/>
                  </a:lnTo>
                  <a:lnTo>
                    <a:pt x="1257299" y="5401148"/>
                  </a:lnTo>
                  <a:lnTo>
                    <a:pt x="1269999" y="5349439"/>
                  </a:lnTo>
                  <a:lnTo>
                    <a:pt x="1269999" y="5194187"/>
                  </a:lnTo>
                  <a:lnTo>
                    <a:pt x="1282699" y="5167018"/>
                  </a:lnTo>
                  <a:lnTo>
                    <a:pt x="1282699" y="4933693"/>
                  </a:lnTo>
                  <a:lnTo>
                    <a:pt x="1295399" y="4902554"/>
                  </a:lnTo>
                  <a:lnTo>
                    <a:pt x="1295399" y="10278719"/>
                  </a:lnTo>
                  <a:lnTo>
                    <a:pt x="165099" y="10278719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957113" y="8223"/>
              <a:ext cx="1489710" cy="10279380"/>
            </a:xfrm>
            <a:custGeom>
              <a:avLst/>
              <a:gdLst/>
              <a:ahLst/>
              <a:cxnLst/>
              <a:rect l="l" t="t" r="r" b="b"/>
              <a:pathLst>
                <a:path w="1489709" h="10279380">
                  <a:moveTo>
                    <a:pt x="0" y="0"/>
                  </a:moveTo>
                  <a:lnTo>
                    <a:pt x="1489610" y="28"/>
                  </a:lnTo>
                  <a:lnTo>
                    <a:pt x="1483627" y="609637"/>
                  </a:lnTo>
                  <a:lnTo>
                    <a:pt x="1478362" y="1219240"/>
                  </a:lnTo>
                  <a:lnTo>
                    <a:pt x="1473812" y="1828836"/>
                  </a:lnTo>
                  <a:lnTo>
                    <a:pt x="1469979" y="2438427"/>
                  </a:lnTo>
                  <a:lnTo>
                    <a:pt x="1466863" y="3048011"/>
                  </a:lnTo>
                  <a:lnTo>
                    <a:pt x="1464462" y="3657590"/>
                  </a:lnTo>
                  <a:lnTo>
                    <a:pt x="1462778" y="4267162"/>
                  </a:lnTo>
                  <a:lnTo>
                    <a:pt x="1461811" y="4876728"/>
                  </a:lnTo>
                  <a:lnTo>
                    <a:pt x="1461560" y="5486289"/>
                  </a:lnTo>
                  <a:lnTo>
                    <a:pt x="1462028" y="6098106"/>
                  </a:lnTo>
                  <a:lnTo>
                    <a:pt x="1463218" y="6710682"/>
                  </a:lnTo>
                  <a:lnTo>
                    <a:pt x="1465130" y="7323264"/>
                  </a:lnTo>
                  <a:lnTo>
                    <a:pt x="1467765" y="7935851"/>
                  </a:lnTo>
                  <a:lnTo>
                    <a:pt x="1471122" y="8548444"/>
                  </a:lnTo>
                  <a:lnTo>
                    <a:pt x="1475201" y="9161043"/>
                  </a:lnTo>
                  <a:lnTo>
                    <a:pt x="1480002" y="9773647"/>
                  </a:lnTo>
                  <a:lnTo>
                    <a:pt x="1484505" y="10278776"/>
                  </a:lnTo>
                  <a:lnTo>
                    <a:pt x="261393" y="10278776"/>
                  </a:lnTo>
                  <a:lnTo>
                    <a:pt x="293748" y="10210730"/>
                  </a:lnTo>
                  <a:lnTo>
                    <a:pt x="323450" y="10147284"/>
                  </a:lnTo>
                  <a:lnTo>
                    <a:pt x="352582" y="10084131"/>
                  </a:lnTo>
                  <a:lnTo>
                    <a:pt x="381148" y="10021273"/>
                  </a:lnTo>
                  <a:lnTo>
                    <a:pt x="409153" y="9958711"/>
                  </a:lnTo>
                  <a:lnTo>
                    <a:pt x="436602" y="9896446"/>
                  </a:lnTo>
                  <a:lnTo>
                    <a:pt x="463501" y="9834481"/>
                  </a:lnTo>
                  <a:lnTo>
                    <a:pt x="489855" y="9772817"/>
                  </a:lnTo>
                  <a:lnTo>
                    <a:pt x="515669" y="9711456"/>
                  </a:lnTo>
                  <a:lnTo>
                    <a:pt x="540948" y="9650398"/>
                  </a:lnTo>
                  <a:lnTo>
                    <a:pt x="565697" y="9589647"/>
                  </a:lnTo>
                  <a:lnTo>
                    <a:pt x="589922" y="9529202"/>
                  </a:lnTo>
                  <a:lnTo>
                    <a:pt x="613627" y="9469067"/>
                  </a:lnTo>
                  <a:lnTo>
                    <a:pt x="636818" y="9409242"/>
                  </a:lnTo>
                  <a:lnTo>
                    <a:pt x="659500" y="9349729"/>
                  </a:lnTo>
                  <a:lnTo>
                    <a:pt x="681678" y="9290530"/>
                  </a:lnTo>
                  <a:lnTo>
                    <a:pt x="703357" y="9231646"/>
                  </a:lnTo>
                  <a:lnTo>
                    <a:pt x="724542" y="9173080"/>
                  </a:lnTo>
                  <a:lnTo>
                    <a:pt x="745238" y="9114831"/>
                  </a:lnTo>
                  <a:lnTo>
                    <a:pt x="765451" y="9056903"/>
                  </a:lnTo>
                  <a:lnTo>
                    <a:pt x="785186" y="8999296"/>
                  </a:lnTo>
                  <a:lnTo>
                    <a:pt x="804448" y="8942012"/>
                  </a:lnTo>
                  <a:lnTo>
                    <a:pt x="823242" y="8885054"/>
                  </a:lnTo>
                  <a:lnTo>
                    <a:pt x="841573" y="8828421"/>
                  </a:lnTo>
                  <a:lnTo>
                    <a:pt x="859446" y="8772117"/>
                  </a:lnTo>
                  <a:lnTo>
                    <a:pt x="876867" y="8716142"/>
                  </a:lnTo>
                  <a:lnTo>
                    <a:pt x="893840" y="8660499"/>
                  </a:lnTo>
                  <a:lnTo>
                    <a:pt x="910372" y="8605188"/>
                  </a:lnTo>
                  <a:lnTo>
                    <a:pt x="926466" y="8550212"/>
                  </a:lnTo>
                  <a:lnTo>
                    <a:pt x="942128" y="8495571"/>
                  </a:lnTo>
                  <a:lnTo>
                    <a:pt x="957363" y="8441268"/>
                  </a:lnTo>
                  <a:lnTo>
                    <a:pt x="972177" y="8387305"/>
                  </a:lnTo>
                  <a:lnTo>
                    <a:pt x="986575" y="8333682"/>
                  </a:lnTo>
                  <a:lnTo>
                    <a:pt x="1000561" y="8280401"/>
                  </a:lnTo>
                  <a:lnTo>
                    <a:pt x="1014140" y="8227464"/>
                  </a:lnTo>
                  <a:lnTo>
                    <a:pt x="1027319" y="8174873"/>
                  </a:lnTo>
                  <a:lnTo>
                    <a:pt x="1040102" y="8122629"/>
                  </a:lnTo>
                  <a:lnTo>
                    <a:pt x="1052494" y="8070734"/>
                  </a:lnTo>
                  <a:lnTo>
                    <a:pt x="1064501" y="8019189"/>
                  </a:lnTo>
                  <a:lnTo>
                    <a:pt x="1076127" y="7967995"/>
                  </a:lnTo>
                  <a:lnTo>
                    <a:pt x="1087378" y="7917155"/>
                  </a:lnTo>
                  <a:lnTo>
                    <a:pt x="1098259" y="7866671"/>
                  </a:lnTo>
                  <a:lnTo>
                    <a:pt x="1108774" y="7816542"/>
                  </a:lnTo>
                  <a:lnTo>
                    <a:pt x="1118930" y="7766773"/>
                  </a:lnTo>
                  <a:lnTo>
                    <a:pt x="1128731" y="7717363"/>
                  </a:lnTo>
                  <a:lnTo>
                    <a:pt x="1138183" y="7668314"/>
                  </a:lnTo>
                  <a:lnTo>
                    <a:pt x="1147290" y="7619628"/>
                  </a:lnTo>
                  <a:lnTo>
                    <a:pt x="1156058" y="7571307"/>
                  </a:lnTo>
                  <a:lnTo>
                    <a:pt x="1164492" y="7523352"/>
                  </a:lnTo>
                  <a:lnTo>
                    <a:pt x="1172597" y="7475765"/>
                  </a:lnTo>
                  <a:lnTo>
                    <a:pt x="1180379" y="7428547"/>
                  </a:lnTo>
                  <a:lnTo>
                    <a:pt x="1187841" y="7381701"/>
                  </a:lnTo>
                  <a:lnTo>
                    <a:pt x="1194990" y="7335226"/>
                  </a:lnTo>
                  <a:lnTo>
                    <a:pt x="1201831" y="7289126"/>
                  </a:lnTo>
                  <a:lnTo>
                    <a:pt x="1208368" y="7243402"/>
                  </a:lnTo>
                  <a:lnTo>
                    <a:pt x="1214608" y="7198055"/>
                  </a:lnTo>
                  <a:lnTo>
                    <a:pt x="1220554" y="7153087"/>
                  </a:lnTo>
                  <a:lnTo>
                    <a:pt x="1226213" y="7108499"/>
                  </a:lnTo>
                  <a:lnTo>
                    <a:pt x="1231589" y="7064294"/>
                  </a:lnTo>
                  <a:lnTo>
                    <a:pt x="1236688" y="7020472"/>
                  </a:lnTo>
                  <a:lnTo>
                    <a:pt x="1241514" y="6977035"/>
                  </a:lnTo>
                  <a:lnTo>
                    <a:pt x="1246074" y="6933985"/>
                  </a:lnTo>
                  <a:lnTo>
                    <a:pt x="1250371" y="6891324"/>
                  </a:lnTo>
                  <a:lnTo>
                    <a:pt x="1254411" y="6849053"/>
                  </a:lnTo>
                  <a:lnTo>
                    <a:pt x="1258200" y="6807173"/>
                  </a:lnTo>
                  <a:lnTo>
                    <a:pt x="1261742" y="6765687"/>
                  </a:lnTo>
                  <a:lnTo>
                    <a:pt x="1265043" y="6724596"/>
                  </a:lnTo>
                  <a:lnTo>
                    <a:pt x="1268107" y="6683901"/>
                  </a:lnTo>
                  <a:lnTo>
                    <a:pt x="1270940" y="6643603"/>
                  </a:lnTo>
                  <a:lnTo>
                    <a:pt x="1273548" y="6603706"/>
                  </a:lnTo>
                  <a:lnTo>
                    <a:pt x="1275934" y="6564210"/>
                  </a:lnTo>
                  <a:lnTo>
                    <a:pt x="1278105" y="6525116"/>
                  </a:lnTo>
                  <a:lnTo>
                    <a:pt x="1280065" y="6486427"/>
                  </a:lnTo>
                  <a:lnTo>
                    <a:pt x="1281820" y="6448144"/>
                  </a:lnTo>
                  <a:lnTo>
                    <a:pt x="1284735" y="6372801"/>
                  </a:lnTo>
                  <a:lnTo>
                    <a:pt x="1286890" y="6299102"/>
                  </a:lnTo>
                  <a:lnTo>
                    <a:pt x="1288326" y="6227058"/>
                  </a:lnTo>
                  <a:lnTo>
                    <a:pt x="1289085" y="6156683"/>
                  </a:lnTo>
                  <a:lnTo>
                    <a:pt x="1289223" y="6122125"/>
                  </a:lnTo>
                  <a:lnTo>
                    <a:pt x="1289207" y="6087989"/>
                  </a:lnTo>
                  <a:lnTo>
                    <a:pt x="1288735" y="6020988"/>
                  </a:lnTo>
                  <a:lnTo>
                    <a:pt x="1287709" y="5955695"/>
                  </a:lnTo>
                  <a:lnTo>
                    <a:pt x="1286171" y="5892120"/>
                  </a:lnTo>
                  <a:lnTo>
                    <a:pt x="1284161" y="5830277"/>
                  </a:lnTo>
                  <a:lnTo>
                    <a:pt x="1281721" y="5770179"/>
                  </a:lnTo>
                  <a:lnTo>
                    <a:pt x="1278892" y="5711839"/>
                  </a:lnTo>
                  <a:lnTo>
                    <a:pt x="1275715" y="5655269"/>
                  </a:lnTo>
                  <a:lnTo>
                    <a:pt x="1272232" y="5600481"/>
                  </a:lnTo>
                  <a:lnTo>
                    <a:pt x="1268483" y="5547490"/>
                  </a:lnTo>
                  <a:lnTo>
                    <a:pt x="1264533" y="5496558"/>
                  </a:lnTo>
                  <a:lnTo>
                    <a:pt x="1260221" y="5445228"/>
                  </a:lnTo>
                  <a:lnTo>
                    <a:pt x="1255556" y="5393519"/>
                  </a:lnTo>
                  <a:lnTo>
                    <a:pt x="1250549" y="5341453"/>
                  </a:lnTo>
                  <a:lnTo>
                    <a:pt x="1245207" y="5289050"/>
                  </a:lnTo>
                  <a:lnTo>
                    <a:pt x="1239540" y="5236331"/>
                  </a:lnTo>
                  <a:lnTo>
                    <a:pt x="1233558" y="5183318"/>
                  </a:lnTo>
                  <a:lnTo>
                    <a:pt x="1227270" y="5130031"/>
                  </a:lnTo>
                  <a:lnTo>
                    <a:pt x="1220685" y="5076490"/>
                  </a:lnTo>
                  <a:lnTo>
                    <a:pt x="1213813" y="5022716"/>
                  </a:lnTo>
                  <a:lnTo>
                    <a:pt x="1206662" y="4968732"/>
                  </a:lnTo>
                  <a:lnTo>
                    <a:pt x="1199242" y="4914556"/>
                  </a:lnTo>
                  <a:lnTo>
                    <a:pt x="1191562" y="4860210"/>
                  </a:lnTo>
                  <a:lnTo>
                    <a:pt x="1183632" y="4805715"/>
                  </a:lnTo>
                  <a:lnTo>
                    <a:pt x="1175461" y="4751092"/>
                  </a:lnTo>
                  <a:lnTo>
                    <a:pt x="1167057" y="4696361"/>
                  </a:lnTo>
                  <a:lnTo>
                    <a:pt x="1158431" y="4641543"/>
                  </a:lnTo>
                  <a:lnTo>
                    <a:pt x="1149592" y="4586660"/>
                  </a:lnTo>
                  <a:lnTo>
                    <a:pt x="1140549" y="4531731"/>
                  </a:lnTo>
                  <a:lnTo>
                    <a:pt x="1131311" y="4476778"/>
                  </a:lnTo>
                  <a:lnTo>
                    <a:pt x="1121887" y="4421822"/>
                  </a:lnTo>
                  <a:lnTo>
                    <a:pt x="1112287" y="4366883"/>
                  </a:lnTo>
                  <a:lnTo>
                    <a:pt x="1102520" y="4311982"/>
                  </a:lnTo>
                  <a:lnTo>
                    <a:pt x="1092595" y="4257140"/>
                  </a:lnTo>
                  <a:lnTo>
                    <a:pt x="1082522" y="4202378"/>
                  </a:lnTo>
                  <a:lnTo>
                    <a:pt x="1072310" y="4147717"/>
                  </a:lnTo>
                  <a:lnTo>
                    <a:pt x="1061967" y="4093177"/>
                  </a:lnTo>
                  <a:lnTo>
                    <a:pt x="1051505" y="4038779"/>
                  </a:lnTo>
                  <a:lnTo>
                    <a:pt x="1040931" y="3984545"/>
                  </a:lnTo>
                  <a:lnTo>
                    <a:pt x="1030254" y="3930494"/>
                  </a:lnTo>
                  <a:lnTo>
                    <a:pt x="1019486" y="3876648"/>
                  </a:lnTo>
                  <a:lnTo>
                    <a:pt x="1008633" y="3823028"/>
                  </a:lnTo>
                  <a:lnTo>
                    <a:pt x="997707" y="3769654"/>
                  </a:lnTo>
                  <a:lnTo>
                    <a:pt x="986715" y="3716547"/>
                  </a:lnTo>
                  <a:lnTo>
                    <a:pt x="975668" y="3663728"/>
                  </a:lnTo>
                  <a:lnTo>
                    <a:pt x="964574" y="3611218"/>
                  </a:lnTo>
                  <a:lnTo>
                    <a:pt x="953444" y="3559038"/>
                  </a:lnTo>
                  <a:lnTo>
                    <a:pt x="942285" y="3507208"/>
                  </a:lnTo>
                  <a:lnTo>
                    <a:pt x="931108" y="3455749"/>
                  </a:lnTo>
                  <a:lnTo>
                    <a:pt x="919922" y="3404683"/>
                  </a:lnTo>
                  <a:lnTo>
                    <a:pt x="908735" y="3354029"/>
                  </a:lnTo>
                  <a:lnTo>
                    <a:pt x="897558" y="3303809"/>
                  </a:lnTo>
                  <a:lnTo>
                    <a:pt x="886400" y="3254044"/>
                  </a:lnTo>
                  <a:lnTo>
                    <a:pt x="875269" y="3204754"/>
                  </a:lnTo>
                  <a:lnTo>
                    <a:pt x="864176" y="3155960"/>
                  </a:lnTo>
                  <a:lnTo>
                    <a:pt x="853128" y="3107683"/>
                  </a:lnTo>
                  <a:lnTo>
                    <a:pt x="842137" y="3059944"/>
                  </a:lnTo>
                  <a:lnTo>
                    <a:pt x="831210" y="3012764"/>
                  </a:lnTo>
                  <a:lnTo>
                    <a:pt x="809589" y="2920162"/>
                  </a:lnTo>
                  <a:lnTo>
                    <a:pt x="788339" y="2830045"/>
                  </a:lnTo>
                  <a:lnTo>
                    <a:pt x="767535" y="2742579"/>
                  </a:lnTo>
                  <a:lnTo>
                    <a:pt x="747249" y="2657931"/>
                  </a:lnTo>
                  <a:lnTo>
                    <a:pt x="717958" y="2536605"/>
                  </a:lnTo>
                  <a:lnTo>
                    <a:pt x="672789" y="2350842"/>
                  </a:lnTo>
                  <a:lnTo>
                    <a:pt x="657791" y="2289596"/>
                  </a:lnTo>
                  <a:lnTo>
                    <a:pt x="642777" y="2228816"/>
                  </a:lnTo>
                  <a:lnTo>
                    <a:pt x="627749" y="2168507"/>
                  </a:lnTo>
                  <a:lnTo>
                    <a:pt x="612712" y="2108671"/>
                  </a:lnTo>
                  <a:lnTo>
                    <a:pt x="597669" y="2049312"/>
                  </a:lnTo>
                  <a:lnTo>
                    <a:pt x="582624" y="1990435"/>
                  </a:lnTo>
                  <a:lnTo>
                    <a:pt x="567582" y="1932042"/>
                  </a:lnTo>
                  <a:lnTo>
                    <a:pt x="552546" y="1874137"/>
                  </a:lnTo>
                  <a:lnTo>
                    <a:pt x="537519" y="1816724"/>
                  </a:lnTo>
                  <a:lnTo>
                    <a:pt x="522506" y="1759807"/>
                  </a:lnTo>
                  <a:lnTo>
                    <a:pt x="507510" y="1703389"/>
                  </a:lnTo>
                  <a:lnTo>
                    <a:pt x="492536" y="1647474"/>
                  </a:lnTo>
                  <a:lnTo>
                    <a:pt x="477587" y="1592065"/>
                  </a:lnTo>
                  <a:lnTo>
                    <a:pt x="462666" y="1537166"/>
                  </a:lnTo>
                  <a:lnTo>
                    <a:pt x="447779" y="1482780"/>
                  </a:lnTo>
                  <a:lnTo>
                    <a:pt x="432928" y="1428912"/>
                  </a:lnTo>
                  <a:lnTo>
                    <a:pt x="418118" y="1375565"/>
                  </a:lnTo>
                  <a:lnTo>
                    <a:pt x="403352" y="1322743"/>
                  </a:lnTo>
                  <a:lnTo>
                    <a:pt x="388634" y="1270448"/>
                  </a:lnTo>
                  <a:lnTo>
                    <a:pt x="373968" y="1218686"/>
                  </a:lnTo>
                  <a:lnTo>
                    <a:pt x="359358" y="1167459"/>
                  </a:lnTo>
                  <a:lnTo>
                    <a:pt x="344807" y="1116771"/>
                  </a:lnTo>
                  <a:lnTo>
                    <a:pt x="330321" y="1066625"/>
                  </a:lnTo>
                  <a:lnTo>
                    <a:pt x="315901" y="1017026"/>
                  </a:lnTo>
                  <a:lnTo>
                    <a:pt x="301552" y="967977"/>
                  </a:lnTo>
                  <a:lnTo>
                    <a:pt x="287279" y="919482"/>
                  </a:lnTo>
                  <a:lnTo>
                    <a:pt x="273084" y="871544"/>
                  </a:lnTo>
                  <a:lnTo>
                    <a:pt x="258972" y="824167"/>
                  </a:lnTo>
                  <a:lnTo>
                    <a:pt x="244947" y="777354"/>
                  </a:lnTo>
                  <a:lnTo>
                    <a:pt x="231012" y="731110"/>
                  </a:lnTo>
                  <a:lnTo>
                    <a:pt x="217171" y="685437"/>
                  </a:lnTo>
                  <a:lnTo>
                    <a:pt x="203428" y="640339"/>
                  </a:lnTo>
                  <a:lnTo>
                    <a:pt x="189787" y="595821"/>
                  </a:lnTo>
                  <a:lnTo>
                    <a:pt x="176251" y="551885"/>
                  </a:lnTo>
                  <a:lnTo>
                    <a:pt x="162825" y="508536"/>
                  </a:lnTo>
                  <a:lnTo>
                    <a:pt x="149513" y="465777"/>
                  </a:lnTo>
                  <a:lnTo>
                    <a:pt x="136317" y="423611"/>
                  </a:lnTo>
                  <a:lnTo>
                    <a:pt x="123243" y="382042"/>
                  </a:lnTo>
                  <a:lnTo>
                    <a:pt x="110293" y="341074"/>
                  </a:lnTo>
                  <a:lnTo>
                    <a:pt x="97472" y="300711"/>
                  </a:lnTo>
                  <a:lnTo>
                    <a:pt x="72232" y="221812"/>
                  </a:lnTo>
                  <a:lnTo>
                    <a:pt x="47553" y="145374"/>
                  </a:lnTo>
                  <a:lnTo>
                    <a:pt x="23465" y="714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461554" y="8252"/>
              <a:ext cx="1490345" cy="10278745"/>
            </a:xfrm>
            <a:custGeom>
              <a:avLst/>
              <a:gdLst/>
              <a:ahLst/>
              <a:cxnLst/>
              <a:rect l="l" t="t" r="r" b="b"/>
              <a:pathLst>
                <a:path w="1490344" h="10278745">
                  <a:moveTo>
                    <a:pt x="0" y="0"/>
                  </a:moveTo>
                  <a:lnTo>
                    <a:pt x="1489811" y="0"/>
                  </a:lnTo>
                  <a:lnTo>
                    <a:pt x="1483472" y="50584"/>
                  </a:lnTo>
                  <a:lnTo>
                    <a:pt x="1477249" y="101168"/>
                  </a:lnTo>
                  <a:lnTo>
                    <a:pt x="1471086" y="151752"/>
                  </a:lnTo>
                  <a:lnTo>
                    <a:pt x="1464981" y="202336"/>
                  </a:lnTo>
                  <a:lnTo>
                    <a:pt x="1458936" y="252919"/>
                  </a:lnTo>
                  <a:lnTo>
                    <a:pt x="1452950" y="303502"/>
                  </a:lnTo>
                  <a:lnTo>
                    <a:pt x="1447023" y="354085"/>
                  </a:lnTo>
                  <a:lnTo>
                    <a:pt x="1441155" y="404668"/>
                  </a:lnTo>
                  <a:lnTo>
                    <a:pt x="1435346" y="455250"/>
                  </a:lnTo>
                  <a:lnTo>
                    <a:pt x="1429596" y="505832"/>
                  </a:lnTo>
                  <a:lnTo>
                    <a:pt x="1423905" y="556414"/>
                  </a:lnTo>
                  <a:lnTo>
                    <a:pt x="1418274" y="606995"/>
                  </a:lnTo>
                  <a:lnTo>
                    <a:pt x="1412701" y="657576"/>
                  </a:lnTo>
                  <a:lnTo>
                    <a:pt x="1407188" y="708157"/>
                  </a:lnTo>
                  <a:lnTo>
                    <a:pt x="1401734" y="758738"/>
                  </a:lnTo>
                  <a:lnTo>
                    <a:pt x="1396339" y="809318"/>
                  </a:lnTo>
                  <a:lnTo>
                    <a:pt x="1391003" y="859899"/>
                  </a:lnTo>
                  <a:lnTo>
                    <a:pt x="1385726" y="910478"/>
                  </a:lnTo>
                  <a:lnTo>
                    <a:pt x="1380508" y="961058"/>
                  </a:lnTo>
                  <a:lnTo>
                    <a:pt x="1375350" y="1011637"/>
                  </a:lnTo>
                  <a:lnTo>
                    <a:pt x="1370250" y="1062216"/>
                  </a:lnTo>
                  <a:lnTo>
                    <a:pt x="1365210" y="1112795"/>
                  </a:lnTo>
                  <a:lnTo>
                    <a:pt x="1360229" y="1163374"/>
                  </a:lnTo>
                  <a:lnTo>
                    <a:pt x="1355307" y="1213952"/>
                  </a:lnTo>
                  <a:lnTo>
                    <a:pt x="1350444" y="1264530"/>
                  </a:lnTo>
                  <a:lnTo>
                    <a:pt x="1345640" y="1315108"/>
                  </a:lnTo>
                  <a:lnTo>
                    <a:pt x="1340895" y="1365685"/>
                  </a:lnTo>
                  <a:lnTo>
                    <a:pt x="1336209" y="1416262"/>
                  </a:lnTo>
                  <a:lnTo>
                    <a:pt x="1331583" y="1466839"/>
                  </a:lnTo>
                  <a:lnTo>
                    <a:pt x="1327015" y="1517416"/>
                  </a:lnTo>
                  <a:lnTo>
                    <a:pt x="1322507" y="1567992"/>
                  </a:lnTo>
                  <a:lnTo>
                    <a:pt x="1318058" y="1618568"/>
                  </a:lnTo>
                  <a:lnTo>
                    <a:pt x="1313667" y="1669144"/>
                  </a:lnTo>
                  <a:lnTo>
                    <a:pt x="1309337" y="1719720"/>
                  </a:lnTo>
                  <a:lnTo>
                    <a:pt x="1305065" y="1770295"/>
                  </a:lnTo>
                  <a:lnTo>
                    <a:pt x="1300852" y="1820870"/>
                  </a:lnTo>
                  <a:lnTo>
                    <a:pt x="1296698" y="1871444"/>
                  </a:lnTo>
                  <a:lnTo>
                    <a:pt x="1292604" y="1922019"/>
                  </a:lnTo>
                  <a:lnTo>
                    <a:pt x="1288568" y="1972593"/>
                  </a:lnTo>
                  <a:lnTo>
                    <a:pt x="1284592" y="2023167"/>
                  </a:lnTo>
                  <a:lnTo>
                    <a:pt x="1280675" y="2073741"/>
                  </a:lnTo>
                  <a:lnTo>
                    <a:pt x="1276817" y="2124314"/>
                  </a:lnTo>
                  <a:lnTo>
                    <a:pt x="1273018" y="2174887"/>
                  </a:lnTo>
                  <a:lnTo>
                    <a:pt x="1269278" y="2225460"/>
                  </a:lnTo>
                  <a:lnTo>
                    <a:pt x="1265597" y="2276033"/>
                  </a:lnTo>
                  <a:lnTo>
                    <a:pt x="1261976" y="2326605"/>
                  </a:lnTo>
                  <a:lnTo>
                    <a:pt x="1258413" y="2377177"/>
                  </a:lnTo>
                  <a:lnTo>
                    <a:pt x="1254910" y="2427749"/>
                  </a:lnTo>
                  <a:lnTo>
                    <a:pt x="1251466" y="2478320"/>
                  </a:lnTo>
                  <a:lnTo>
                    <a:pt x="1248080" y="2528891"/>
                  </a:lnTo>
                  <a:lnTo>
                    <a:pt x="1244754" y="2579462"/>
                  </a:lnTo>
                  <a:lnTo>
                    <a:pt x="1241487" y="2630033"/>
                  </a:lnTo>
                  <a:lnTo>
                    <a:pt x="1238280" y="2680603"/>
                  </a:lnTo>
                  <a:lnTo>
                    <a:pt x="1235131" y="2731173"/>
                  </a:lnTo>
                  <a:lnTo>
                    <a:pt x="1232041" y="2781743"/>
                  </a:lnTo>
                  <a:lnTo>
                    <a:pt x="1229011" y="2832313"/>
                  </a:lnTo>
                  <a:lnTo>
                    <a:pt x="1226040" y="2882882"/>
                  </a:lnTo>
                  <a:lnTo>
                    <a:pt x="1223127" y="2933451"/>
                  </a:lnTo>
                  <a:lnTo>
                    <a:pt x="1220274" y="2984020"/>
                  </a:lnTo>
                  <a:lnTo>
                    <a:pt x="1217480" y="3034588"/>
                  </a:lnTo>
                  <a:lnTo>
                    <a:pt x="1214745" y="3085157"/>
                  </a:lnTo>
                  <a:lnTo>
                    <a:pt x="1212070" y="3135725"/>
                  </a:lnTo>
                  <a:lnTo>
                    <a:pt x="1209453" y="3186292"/>
                  </a:lnTo>
                  <a:lnTo>
                    <a:pt x="1206895" y="3236860"/>
                  </a:lnTo>
                  <a:lnTo>
                    <a:pt x="1204397" y="3287427"/>
                  </a:lnTo>
                  <a:lnTo>
                    <a:pt x="1201958" y="3337994"/>
                  </a:lnTo>
                  <a:lnTo>
                    <a:pt x="1199578" y="3388560"/>
                  </a:lnTo>
                  <a:lnTo>
                    <a:pt x="1197256" y="3439127"/>
                  </a:lnTo>
                  <a:lnTo>
                    <a:pt x="1194995" y="3489693"/>
                  </a:lnTo>
                  <a:lnTo>
                    <a:pt x="1192792" y="3540259"/>
                  </a:lnTo>
                  <a:lnTo>
                    <a:pt x="1190648" y="3590824"/>
                  </a:lnTo>
                  <a:lnTo>
                    <a:pt x="1188563" y="3641389"/>
                  </a:lnTo>
                  <a:lnTo>
                    <a:pt x="1186538" y="3691954"/>
                  </a:lnTo>
                  <a:lnTo>
                    <a:pt x="1184571" y="3742519"/>
                  </a:lnTo>
                  <a:lnTo>
                    <a:pt x="1182664" y="3793084"/>
                  </a:lnTo>
                  <a:lnTo>
                    <a:pt x="1180816" y="3843648"/>
                  </a:lnTo>
                  <a:lnTo>
                    <a:pt x="1179027" y="3894212"/>
                  </a:lnTo>
                  <a:lnTo>
                    <a:pt x="1177297" y="3944775"/>
                  </a:lnTo>
                  <a:lnTo>
                    <a:pt x="1175626" y="3995339"/>
                  </a:lnTo>
                  <a:lnTo>
                    <a:pt x="1174015" y="4045902"/>
                  </a:lnTo>
                  <a:lnTo>
                    <a:pt x="1172462" y="4096465"/>
                  </a:lnTo>
                  <a:lnTo>
                    <a:pt x="1170969" y="4147027"/>
                  </a:lnTo>
                  <a:lnTo>
                    <a:pt x="1169534" y="4197589"/>
                  </a:lnTo>
                  <a:lnTo>
                    <a:pt x="1168159" y="4248151"/>
                  </a:lnTo>
                  <a:lnTo>
                    <a:pt x="1166843" y="4298713"/>
                  </a:lnTo>
                  <a:lnTo>
                    <a:pt x="1165586" y="4349275"/>
                  </a:lnTo>
                  <a:lnTo>
                    <a:pt x="1164388" y="4399836"/>
                  </a:lnTo>
                  <a:lnTo>
                    <a:pt x="1163249" y="4450397"/>
                  </a:lnTo>
                  <a:lnTo>
                    <a:pt x="1162170" y="4500957"/>
                  </a:lnTo>
                  <a:lnTo>
                    <a:pt x="1161149" y="4551518"/>
                  </a:lnTo>
                  <a:lnTo>
                    <a:pt x="1160188" y="4602078"/>
                  </a:lnTo>
                  <a:lnTo>
                    <a:pt x="1159285" y="4652638"/>
                  </a:lnTo>
                  <a:lnTo>
                    <a:pt x="1158442" y="4703197"/>
                  </a:lnTo>
                  <a:lnTo>
                    <a:pt x="1157658" y="4753757"/>
                  </a:lnTo>
                  <a:lnTo>
                    <a:pt x="1156933" y="4804316"/>
                  </a:lnTo>
                  <a:lnTo>
                    <a:pt x="1156267" y="4854874"/>
                  </a:lnTo>
                  <a:lnTo>
                    <a:pt x="1155660" y="4905433"/>
                  </a:lnTo>
                  <a:lnTo>
                    <a:pt x="1155113" y="4955991"/>
                  </a:lnTo>
                  <a:lnTo>
                    <a:pt x="1154624" y="5006549"/>
                  </a:lnTo>
                  <a:lnTo>
                    <a:pt x="1154195" y="5057107"/>
                  </a:lnTo>
                  <a:lnTo>
                    <a:pt x="1153825" y="5107664"/>
                  </a:lnTo>
                  <a:lnTo>
                    <a:pt x="1153514" y="5158221"/>
                  </a:lnTo>
                  <a:lnTo>
                    <a:pt x="1153261" y="5208778"/>
                  </a:lnTo>
                  <a:lnTo>
                    <a:pt x="1153069" y="5259335"/>
                  </a:lnTo>
                  <a:lnTo>
                    <a:pt x="1152935" y="5309891"/>
                  </a:lnTo>
                  <a:lnTo>
                    <a:pt x="1152860" y="5360447"/>
                  </a:lnTo>
                  <a:lnTo>
                    <a:pt x="1152844" y="5411003"/>
                  </a:lnTo>
                  <a:lnTo>
                    <a:pt x="1152888" y="5461559"/>
                  </a:lnTo>
                  <a:lnTo>
                    <a:pt x="1152991" y="5512114"/>
                  </a:lnTo>
                  <a:lnTo>
                    <a:pt x="1153152" y="5562669"/>
                  </a:lnTo>
                  <a:lnTo>
                    <a:pt x="1153373" y="5613224"/>
                  </a:lnTo>
                  <a:lnTo>
                    <a:pt x="1153664" y="5664216"/>
                  </a:lnTo>
                  <a:lnTo>
                    <a:pt x="1154014" y="5715205"/>
                  </a:lnTo>
                  <a:lnTo>
                    <a:pt x="1154423" y="5766190"/>
                  </a:lnTo>
                  <a:lnTo>
                    <a:pt x="1154893" y="5817171"/>
                  </a:lnTo>
                  <a:lnTo>
                    <a:pt x="1155421" y="5868149"/>
                  </a:lnTo>
                  <a:lnTo>
                    <a:pt x="1156010" y="5919122"/>
                  </a:lnTo>
                  <a:lnTo>
                    <a:pt x="1156658" y="5970092"/>
                  </a:lnTo>
                  <a:lnTo>
                    <a:pt x="1157365" y="6021058"/>
                  </a:lnTo>
                  <a:lnTo>
                    <a:pt x="1158132" y="6072020"/>
                  </a:lnTo>
                  <a:lnTo>
                    <a:pt x="1158958" y="6122978"/>
                  </a:lnTo>
                  <a:lnTo>
                    <a:pt x="1159844" y="6173932"/>
                  </a:lnTo>
                  <a:lnTo>
                    <a:pt x="1160790" y="6224882"/>
                  </a:lnTo>
                  <a:lnTo>
                    <a:pt x="1161795" y="6275829"/>
                  </a:lnTo>
                  <a:lnTo>
                    <a:pt x="1162860" y="6326772"/>
                  </a:lnTo>
                  <a:lnTo>
                    <a:pt x="1163984" y="6377710"/>
                  </a:lnTo>
                  <a:lnTo>
                    <a:pt x="1165168" y="6428645"/>
                  </a:lnTo>
                  <a:lnTo>
                    <a:pt x="1166411" y="6479576"/>
                  </a:lnTo>
                  <a:lnTo>
                    <a:pt x="1167714" y="6530504"/>
                  </a:lnTo>
                  <a:lnTo>
                    <a:pt x="1169076" y="6581427"/>
                  </a:lnTo>
                  <a:lnTo>
                    <a:pt x="1170498" y="6632347"/>
                  </a:lnTo>
                  <a:lnTo>
                    <a:pt x="1171980" y="6683262"/>
                  </a:lnTo>
                  <a:lnTo>
                    <a:pt x="1173521" y="6734174"/>
                  </a:lnTo>
                  <a:lnTo>
                    <a:pt x="1175122" y="6785082"/>
                  </a:lnTo>
                  <a:lnTo>
                    <a:pt x="1176782" y="6835986"/>
                  </a:lnTo>
                  <a:lnTo>
                    <a:pt x="1178502" y="6886887"/>
                  </a:lnTo>
                  <a:lnTo>
                    <a:pt x="1180281" y="6937783"/>
                  </a:lnTo>
                  <a:lnTo>
                    <a:pt x="1182120" y="6988676"/>
                  </a:lnTo>
                  <a:lnTo>
                    <a:pt x="1184018" y="7039564"/>
                  </a:lnTo>
                  <a:lnTo>
                    <a:pt x="1185976" y="7090449"/>
                  </a:lnTo>
                  <a:lnTo>
                    <a:pt x="1187994" y="7141330"/>
                  </a:lnTo>
                  <a:lnTo>
                    <a:pt x="1190071" y="7192207"/>
                  </a:lnTo>
                  <a:lnTo>
                    <a:pt x="1192207" y="7243081"/>
                  </a:lnTo>
                  <a:lnTo>
                    <a:pt x="1194404" y="7293950"/>
                  </a:lnTo>
                  <a:lnTo>
                    <a:pt x="1196659" y="7344816"/>
                  </a:lnTo>
                  <a:lnTo>
                    <a:pt x="1198974" y="7395677"/>
                  </a:lnTo>
                  <a:lnTo>
                    <a:pt x="1201349" y="7446535"/>
                  </a:lnTo>
                  <a:lnTo>
                    <a:pt x="1203784" y="7497389"/>
                  </a:lnTo>
                  <a:lnTo>
                    <a:pt x="1206278" y="7548240"/>
                  </a:lnTo>
                  <a:lnTo>
                    <a:pt x="1208831" y="7599086"/>
                  </a:lnTo>
                  <a:lnTo>
                    <a:pt x="1211444" y="7649928"/>
                  </a:lnTo>
                  <a:lnTo>
                    <a:pt x="1214117" y="7700767"/>
                  </a:lnTo>
                  <a:lnTo>
                    <a:pt x="1216849" y="7751602"/>
                  </a:lnTo>
                  <a:lnTo>
                    <a:pt x="1219640" y="7802433"/>
                  </a:lnTo>
                  <a:lnTo>
                    <a:pt x="1222492" y="7853260"/>
                  </a:lnTo>
                  <a:lnTo>
                    <a:pt x="1225402" y="7904083"/>
                  </a:lnTo>
                  <a:lnTo>
                    <a:pt x="1228373" y="7954902"/>
                  </a:lnTo>
                  <a:lnTo>
                    <a:pt x="1231403" y="8005718"/>
                  </a:lnTo>
                  <a:lnTo>
                    <a:pt x="1234492" y="8056530"/>
                  </a:lnTo>
                  <a:lnTo>
                    <a:pt x="1237641" y="8107337"/>
                  </a:lnTo>
                  <a:lnTo>
                    <a:pt x="1240849" y="8158141"/>
                  </a:lnTo>
                  <a:lnTo>
                    <a:pt x="1244118" y="8208942"/>
                  </a:lnTo>
                  <a:lnTo>
                    <a:pt x="1247445" y="8259738"/>
                  </a:lnTo>
                  <a:lnTo>
                    <a:pt x="1250832" y="8310530"/>
                  </a:lnTo>
                  <a:lnTo>
                    <a:pt x="1254279" y="8361319"/>
                  </a:lnTo>
                  <a:lnTo>
                    <a:pt x="1257785" y="8412103"/>
                  </a:lnTo>
                  <a:lnTo>
                    <a:pt x="1261351" y="8462884"/>
                  </a:lnTo>
                  <a:lnTo>
                    <a:pt x="1264977" y="8513661"/>
                  </a:lnTo>
                  <a:lnTo>
                    <a:pt x="1268661" y="8564434"/>
                  </a:lnTo>
                  <a:lnTo>
                    <a:pt x="1272406" y="8615204"/>
                  </a:lnTo>
                  <a:lnTo>
                    <a:pt x="1276210" y="8665969"/>
                  </a:lnTo>
                  <a:lnTo>
                    <a:pt x="1280074" y="8716731"/>
                  </a:lnTo>
                  <a:lnTo>
                    <a:pt x="1283997" y="8767488"/>
                  </a:lnTo>
                  <a:lnTo>
                    <a:pt x="1287979" y="8818242"/>
                  </a:lnTo>
                  <a:lnTo>
                    <a:pt x="1292022" y="8868992"/>
                  </a:lnTo>
                  <a:lnTo>
                    <a:pt x="1296123" y="8919739"/>
                  </a:lnTo>
                  <a:lnTo>
                    <a:pt x="1300285" y="8970481"/>
                  </a:lnTo>
                  <a:lnTo>
                    <a:pt x="1304506" y="9021219"/>
                  </a:lnTo>
                  <a:lnTo>
                    <a:pt x="1308786" y="9071954"/>
                  </a:lnTo>
                  <a:lnTo>
                    <a:pt x="1313126" y="9122685"/>
                  </a:lnTo>
                  <a:lnTo>
                    <a:pt x="1317526" y="9173412"/>
                  </a:lnTo>
                  <a:lnTo>
                    <a:pt x="1321985" y="9224135"/>
                  </a:lnTo>
                  <a:lnTo>
                    <a:pt x="1326503" y="9274854"/>
                  </a:lnTo>
                  <a:lnTo>
                    <a:pt x="1331082" y="9325569"/>
                  </a:lnTo>
                  <a:lnTo>
                    <a:pt x="1335719" y="9376281"/>
                  </a:lnTo>
                  <a:lnTo>
                    <a:pt x="1340417" y="9426988"/>
                  </a:lnTo>
                  <a:lnTo>
                    <a:pt x="1345173" y="9477692"/>
                  </a:lnTo>
                  <a:lnTo>
                    <a:pt x="1349990" y="9528392"/>
                  </a:lnTo>
                  <a:lnTo>
                    <a:pt x="1354866" y="9579088"/>
                  </a:lnTo>
                  <a:lnTo>
                    <a:pt x="1359801" y="9629781"/>
                  </a:lnTo>
                  <a:lnTo>
                    <a:pt x="1364796" y="9680469"/>
                  </a:lnTo>
                  <a:lnTo>
                    <a:pt x="1369851" y="9731153"/>
                  </a:lnTo>
                  <a:lnTo>
                    <a:pt x="1374965" y="9781834"/>
                  </a:lnTo>
                  <a:lnTo>
                    <a:pt x="1380139" y="9832511"/>
                  </a:lnTo>
                  <a:lnTo>
                    <a:pt x="1385372" y="9883184"/>
                  </a:lnTo>
                  <a:lnTo>
                    <a:pt x="1390665" y="9933853"/>
                  </a:lnTo>
                  <a:lnTo>
                    <a:pt x="1396017" y="9984518"/>
                  </a:lnTo>
                  <a:lnTo>
                    <a:pt x="1401429" y="10035180"/>
                  </a:lnTo>
                  <a:lnTo>
                    <a:pt x="1406901" y="10085837"/>
                  </a:lnTo>
                  <a:lnTo>
                    <a:pt x="1412432" y="10136491"/>
                  </a:lnTo>
                  <a:lnTo>
                    <a:pt x="1418022" y="10187141"/>
                  </a:lnTo>
                  <a:lnTo>
                    <a:pt x="1428290" y="10278747"/>
                  </a:lnTo>
                  <a:lnTo>
                    <a:pt x="171345" y="10278747"/>
                  </a:lnTo>
                  <a:lnTo>
                    <a:pt x="193417" y="10208321"/>
                  </a:lnTo>
                  <a:lnTo>
                    <a:pt x="204767" y="10171700"/>
                  </a:lnTo>
                  <a:lnTo>
                    <a:pt x="216103" y="10134847"/>
                  </a:lnTo>
                  <a:lnTo>
                    <a:pt x="227423" y="10097764"/>
                  </a:lnTo>
                  <a:lnTo>
                    <a:pt x="238724" y="10060451"/>
                  </a:lnTo>
                  <a:lnTo>
                    <a:pt x="250006" y="10022909"/>
                  </a:lnTo>
                  <a:lnTo>
                    <a:pt x="261265" y="9985139"/>
                  </a:lnTo>
                  <a:lnTo>
                    <a:pt x="272500" y="9947142"/>
                  </a:lnTo>
                  <a:lnTo>
                    <a:pt x="283710" y="9908919"/>
                  </a:lnTo>
                  <a:lnTo>
                    <a:pt x="294893" y="9870470"/>
                  </a:lnTo>
                  <a:lnTo>
                    <a:pt x="306046" y="9831796"/>
                  </a:lnTo>
                  <a:lnTo>
                    <a:pt x="317168" y="9792899"/>
                  </a:lnTo>
                  <a:lnTo>
                    <a:pt x="328257" y="9753779"/>
                  </a:lnTo>
                  <a:lnTo>
                    <a:pt x="339311" y="9714436"/>
                  </a:lnTo>
                  <a:lnTo>
                    <a:pt x="350328" y="9674873"/>
                  </a:lnTo>
                  <a:lnTo>
                    <a:pt x="361307" y="9635088"/>
                  </a:lnTo>
                  <a:lnTo>
                    <a:pt x="372246" y="9595085"/>
                  </a:lnTo>
                  <a:lnTo>
                    <a:pt x="383143" y="9554863"/>
                  </a:lnTo>
                  <a:lnTo>
                    <a:pt x="393995" y="9514423"/>
                  </a:lnTo>
                  <a:lnTo>
                    <a:pt x="404802" y="9473766"/>
                  </a:lnTo>
                  <a:lnTo>
                    <a:pt x="415561" y="9432893"/>
                  </a:lnTo>
                  <a:lnTo>
                    <a:pt x="426270" y="9391804"/>
                  </a:lnTo>
                  <a:lnTo>
                    <a:pt x="436929" y="9350501"/>
                  </a:lnTo>
                  <a:lnTo>
                    <a:pt x="447534" y="9308985"/>
                  </a:lnTo>
                  <a:lnTo>
                    <a:pt x="458084" y="9267256"/>
                  </a:lnTo>
                  <a:lnTo>
                    <a:pt x="468577" y="9225315"/>
                  </a:lnTo>
                  <a:lnTo>
                    <a:pt x="479011" y="9183163"/>
                  </a:lnTo>
                  <a:lnTo>
                    <a:pt x="489385" y="9140801"/>
                  </a:lnTo>
                  <a:lnTo>
                    <a:pt x="499696" y="9098230"/>
                  </a:lnTo>
                  <a:lnTo>
                    <a:pt x="509944" y="9055450"/>
                  </a:lnTo>
                  <a:lnTo>
                    <a:pt x="520125" y="9012463"/>
                  </a:lnTo>
                  <a:lnTo>
                    <a:pt x="530238" y="8969269"/>
                  </a:lnTo>
                  <a:lnTo>
                    <a:pt x="540282" y="8925869"/>
                  </a:lnTo>
                  <a:lnTo>
                    <a:pt x="550254" y="8882264"/>
                  </a:lnTo>
                  <a:lnTo>
                    <a:pt x="560153" y="8838455"/>
                  </a:lnTo>
                  <a:lnTo>
                    <a:pt x="569976" y="8794443"/>
                  </a:lnTo>
                  <a:lnTo>
                    <a:pt x="579722" y="8750228"/>
                  </a:lnTo>
                  <a:lnTo>
                    <a:pt x="589390" y="8705811"/>
                  </a:lnTo>
                  <a:lnTo>
                    <a:pt x="598977" y="8661194"/>
                  </a:lnTo>
                  <a:lnTo>
                    <a:pt x="608481" y="8616377"/>
                  </a:lnTo>
                  <a:lnTo>
                    <a:pt x="617901" y="8571361"/>
                  </a:lnTo>
                  <a:lnTo>
                    <a:pt x="627234" y="8526146"/>
                  </a:lnTo>
                  <a:lnTo>
                    <a:pt x="636479" y="8480735"/>
                  </a:lnTo>
                  <a:lnTo>
                    <a:pt x="645635" y="8435126"/>
                  </a:lnTo>
                  <a:lnTo>
                    <a:pt x="654699" y="8389322"/>
                  </a:lnTo>
                  <a:lnTo>
                    <a:pt x="663669" y="8343324"/>
                  </a:lnTo>
                  <a:lnTo>
                    <a:pt x="672543" y="8297131"/>
                  </a:lnTo>
                  <a:lnTo>
                    <a:pt x="681321" y="8250746"/>
                  </a:lnTo>
                  <a:lnTo>
                    <a:pt x="689999" y="8204168"/>
                  </a:lnTo>
                  <a:lnTo>
                    <a:pt x="698576" y="8157398"/>
                  </a:lnTo>
                  <a:lnTo>
                    <a:pt x="707051" y="8110439"/>
                  </a:lnTo>
                  <a:lnTo>
                    <a:pt x="715421" y="8063289"/>
                  </a:lnTo>
                  <a:lnTo>
                    <a:pt x="723684" y="8015951"/>
                  </a:lnTo>
                  <a:lnTo>
                    <a:pt x="731840" y="7968425"/>
                  </a:lnTo>
                  <a:lnTo>
                    <a:pt x="739885" y="7920711"/>
                  </a:lnTo>
                  <a:lnTo>
                    <a:pt x="747818" y="7872812"/>
                  </a:lnTo>
                  <a:lnTo>
                    <a:pt x="755637" y="7824727"/>
                  </a:lnTo>
                  <a:lnTo>
                    <a:pt x="763341" y="7776457"/>
                  </a:lnTo>
                  <a:lnTo>
                    <a:pt x="770927" y="7728004"/>
                  </a:lnTo>
                  <a:lnTo>
                    <a:pt x="778393" y="7679368"/>
                  </a:lnTo>
                  <a:lnTo>
                    <a:pt x="785739" y="7630550"/>
                  </a:lnTo>
                  <a:lnTo>
                    <a:pt x="792962" y="7581551"/>
                  </a:lnTo>
                  <a:lnTo>
                    <a:pt x="800060" y="7532371"/>
                  </a:lnTo>
                  <a:lnTo>
                    <a:pt x="807031" y="7483012"/>
                  </a:lnTo>
                  <a:lnTo>
                    <a:pt x="813873" y="7433475"/>
                  </a:lnTo>
                  <a:lnTo>
                    <a:pt x="820586" y="7383760"/>
                  </a:lnTo>
                  <a:lnTo>
                    <a:pt x="827166" y="7333867"/>
                  </a:lnTo>
                  <a:lnTo>
                    <a:pt x="833612" y="7283799"/>
                  </a:lnTo>
                  <a:lnTo>
                    <a:pt x="839922" y="7233556"/>
                  </a:lnTo>
                  <a:lnTo>
                    <a:pt x="846095" y="7183139"/>
                  </a:lnTo>
                  <a:lnTo>
                    <a:pt x="852128" y="7132548"/>
                  </a:lnTo>
                  <a:lnTo>
                    <a:pt x="858020" y="7081784"/>
                  </a:lnTo>
                  <a:lnTo>
                    <a:pt x="863768" y="7030848"/>
                  </a:lnTo>
                  <a:lnTo>
                    <a:pt x="869371" y="6979742"/>
                  </a:lnTo>
                  <a:lnTo>
                    <a:pt x="874828" y="6928466"/>
                  </a:lnTo>
                  <a:lnTo>
                    <a:pt x="880136" y="6877020"/>
                  </a:lnTo>
                  <a:lnTo>
                    <a:pt x="885293" y="6825406"/>
                  </a:lnTo>
                  <a:lnTo>
                    <a:pt x="890298" y="6773625"/>
                  </a:lnTo>
                  <a:lnTo>
                    <a:pt x="895149" y="6721677"/>
                  </a:lnTo>
                  <a:lnTo>
                    <a:pt x="899843" y="6669563"/>
                  </a:lnTo>
                  <a:lnTo>
                    <a:pt x="904380" y="6617285"/>
                  </a:lnTo>
                  <a:lnTo>
                    <a:pt x="908757" y="6564842"/>
                  </a:lnTo>
                  <a:lnTo>
                    <a:pt x="912973" y="6512236"/>
                  </a:lnTo>
                  <a:lnTo>
                    <a:pt x="917025" y="6459468"/>
                  </a:lnTo>
                  <a:lnTo>
                    <a:pt x="920911" y="6406538"/>
                  </a:lnTo>
                  <a:lnTo>
                    <a:pt x="924631" y="6353447"/>
                  </a:lnTo>
                  <a:lnTo>
                    <a:pt x="928182" y="6300197"/>
                  </a:lnTo>
                  <a:lnTo>
                    <a:pt x="931562" y="6246787"/>
                  </a:lnTo>
                  <a:lnTo>
                    <a:pt x="934769" y="6193220"/>
                  </a:lnTo>
                  <a:lnTo>
                    <a:pt x="937802" y="6139495"/>
                  </a:lnTo>
                  <a:lnTo>
                    <a:pt x="940659" y="6085614"/>
                  </a:lnTo>
                  <a:lnTo>
                    <a:pt x="943338" y="6031578"/>
                  </a:lnTo>
                  <a:lnTo>
                    <a:pt x="945836" y="5977386"/>
                  </a:lnTo>
                  <a:lnTo>
                    <a:pt x="948153" y="5923041"/>
                  </a:lnTo>
                  <a:lnTo>
                    <a:pt x="950286" y="5868543"/>
                  </a:lnTo>
                  <a:lnTo>
                    <a:pt x="952234" y="5813893"/>
                  </a:lnTo>
                  <a:lnTo>
                    <a:pt x="953995" y="5759091"/>
                  </a:lnTo>
                  <a:lnTo>
                    <a:pt x="955566" y="5704139"/>
                  </a:lnTo>
                  <a:lnTo>
                    <a:pt x="956947" y="5649038"/>
                  </a:lnTo>
                  <a:lnTo>
                    <a:pt x="958134" y="5593788"/>
                  </a:lnTo>
                  <a:lnTo>
                    <a:pt x="959127" y="5538390"/>
                  </a:lnTo>
                  <a:lnTo>
                    <a:pt x="959924" y="5482845"/>
                  </a:lnTo>
                  <a:lnTo>
                    <a:pt x="960522" y="5427153"/>
                  </a:lnTo>
                  <a:lnTo>
                    <a:pt x="960920" y="5371317"/>
                  </a:lnTo>
                  <a:lnTo>
                    <a:pt x="961116" y="5315336"/>
                  </a:lnTo>
                  <a:lnTo>
                    <a:pt x="961109" y="5259211"/>
                  </a:lnTo>
                  <a:lnTo>
                    <a:pt x="960895" y="5202944"/>
                  </a:lnTo>
                  <a:lnTo>
                    <a:pt x="960474" y="5146534"/>
                  </a:lnTo>
                  <a:lnTo>
                    <a:pt x="959844" y="5089984"/>
                  </a:lnTo>
                  <a:lnTo>
                    <a:pt x="959003" y="5033293"/>
                  </a:lnTo>
                  <a:lnTo>
                    <a:pt x="957948" y="4976464"/>
                  </a:lnTo>
                  <a:lnTo>
                    <a:pt x="956679" y="4919495"/>
                  </a:lnTo>
                  <a:lnTo>
                    <a:pt x="955193" y="4862389"/>
                  </a:lnTo>
                  <a:lnTo>
                    <a:pt x="953489" y="4805147"/>
                  </a:lnTo>
                  <a:lnTo>
                    <a:pt x="951564" y="4747768"/>
                  </a:lnTo>
                  <a:lnTo>
                    <a:pt x="949417" y="4690254"/>
                  </a:lnTo>
                  <a:lnTo>
                    <a:pt x="947046" y="4632606"/>
                  </a:lnTo>
                  <a:lnTo>
                    <a:pt x="944449" y="4574825"/>
                  </a:lnTo>
                  <a:lnTo>
                    <a:pt x="941624" y="4516911"/>
                  </a:lnTo>
                  <a:lnTo>
                    <a:pt x="938570" y="4458866"/>
                  </a:lnTo>
                  <a:lnTo>
                    <a:pt x="935284" y="4400689"/>
                  </a:lnTo>
                  <a:lnTo>
                    <a:pt x="931766" y="4342383"/>
                  </a:lnTo>
                  <a:lnTo>
                    <a:pt x="928012" y="4283948"/>
                  </a:lnTo>
                  <a:lnTo>
                    <a:pt x="924021" y="4225384"/>
                  </a:lnTo>
                  <a:lnTo>
                    <a:pt x="919792" y="4166693"/>
                  </a:lnTo>
                  <a:lnTo>
                    <a:pt x="915322" y="4107876"/>
                  </a:lnTo>
                  <a:lnTo>
                    <a:pt x="910609" y="4048932"/>
                  </a:lnTo>
                  <a:lnTo>
                    <a:pt x="905653" y="3989864"/>
                  </a:lnTo>
                  <a:lnTo>
                    <a:pt x="900450" y="3930672"/>
                  </a:lnTo>
                  <a:lnTo>
                    <a:pt x="894999" y="3871357"/>
                  </a:lnTo>
                  <a:lnTo>
                    <a:pt x="889299" y="3811920"/>
                  </a:lnTo>
                  <a:lnTo>
                    <a:pt x="883347" y="3752361"/>
                  </a:lnTo>
                  <a:lnTo>
                    <a:pt x="877142" y="3692682"/>
                  </a:lnTo>
                  <a:lnTo>
                    <a:pt x="870681" y="3632883"/>
                  </a:lnTo>
                  <a:lnTo>
                    <a:pt x="863963" y="3572965"/>
                  </a:lnTo>
                  <a:lnTo>
                    <a:pt x="856987" y="3512929"/>
                  </a:lnTo>
                  <a:lnTo>
                    <a:pt x="849749" y="3452775"/>
                  </a:lnTo>
                  <a:lnTo>
                    <a:pt x="842249" y="3392506"/>
                  </a:lnTo>
                  <a:lnTo>
                    <a:pt x="834485" y="3332121"/>
                  </a:lnTo>
                  <a:lnTo>
                    <a:pt x="826454" y="3271622"/>
                  </a:lnTo>
                  <a:lnTo>
                    <a:pt x="818155" y="3211008"/>
                  </a:lnTo>
                  <a:lnTo>
                    <a:pt x="809586" y="3150282"/>
                  </a:lnTo>
                  <a:lnTo>
                    <a:pt x="800745" y="3089444"/>
                  </a:lnTo>
                  <a:lnTo>
                    <a:pt x="791631" y="3028495"/>
                  </a:lnTo>
                  <a:lnTo>
                    <a:pt x="782241" y="2967435"/>
                  </a:lnTo>
                  <a:lnTo>
                    <a:pt x="772574" y="2906266"/>
                  </a:lnTo>
                  <a:lnTo>
                    <a:pt x="762628" y="2844988"/>
                  </a:lnTo>
                  <a:lnTo>
                    <a:pt x="752401" y="2783602"/>
                  </a:lnTo>
                  <a:lnTo>
                    <a:pt x="741891" y="2722110"/>
                  </a:lnTo>
                  <a:lnTo>
                    <a:pt x="731096" y="2660511"/>
                  </a:lnTo>
                  <a:lnTo>
                    <a:pt x="720015" y="2598808"/>
                  </a:lnTo>
                  <a:lnTo>
                    <a:pt x="708646" y="2537000"/>
                  </a:lnTo>
                  <a:lnTo>
                    <a:pt x="696986" y="2475088"/>
                  </a:lnTo>
                  <a:lnTo>
                    <a:pt x="685034" y="2413074"/>
                  </a:lnTo>
                  <a:lnTo>
                    <a:pt x="672789" y="2350958"/>
                  </a:lnTo>
                  <a:lnTo>
                    <a:pt x="662701" y="2300859"/>
                  </a:lnTo>
                  <a:lnTo>
                    <a:pt x="652445" y="2250808"/>
                  </a:lnTo>
                  <a:lnTo>
                    <a:pt x="642022" y="2200805"/>
                  </a:lnTo>
                  <a:lnTo>
                    <a:pt x="631432" y="2150849"/>
                  </a:lnTo>
                  <a:lnTo>
                    <a:pt x="620676" y="2100941"/>
                  </a:lnTo>
                  <a:lnTo>
                    <a:pt x="609751" y="2051081"/>
                  </a:lnTo>
                  <a:lnTo>
                    <a:pt x="598660" y="2001268"/>
                  </a:lnTo>
                  <a:lnTo>
                    <a:pt x="587402" y="1951503"/>
                  </a:lnTo>
                  <a:lnTo>
                    <a:pt x="575976" y="1901786"/>
                  </a:lnTo>
                  <a:lnTo>
                    <a:pt x="564383" y="1852116"/>
                  </a:lnTo>
                  <a:lnTo>
                    <a:pt x="552623" y="1802494"/>
                  </a:lnTo>
                  <a:lnTo>
                    <a:pt x="540696" y="1752920"/>
                  </a:lnTo>
                  <a:lnTo>
                    <a:pt x="528602" y="1703393"/>
                  </a:lnTo>
                  <a:lnTo>
                    <a:pt x="516341" y="1653914"/>
                  </a:lnTo>
                  <a:lnTo>
                    <a:pt x="503912" y="1604483"/>
                  </a:lnTo>
                  <a:lnTo>
                    <a:pt x="491317" y="1555100"/>
                  </a:lnTo>
                  <a:lnTo>
                    <a:pt x="478554" y="1505764"/>
                  </a:lnTo>
                  <a:lnTo>
                    <a:pt x="465624" y="1456476"/>
                  </a:lnTo>
                  <a:lnTo>
                    <a:pt x="452527" y="1407235"/>
                  </a:lnTo>
                  <a:lnTo>
                    <a:pt x="439263" y="1358042"/>
                  </a:lnTo>
                  <a:lnTo>
                    <a:pt x="425831" y="1308897"/>
                  </a:lnTo>
                  <a:lnTo>
                    <a:pt x="412233" y="1259800"/>
                  </a:lnTo>
                  <a:lnTo>
                    <a:pt x="398467" y="1210750"/>
                  </a:lnTo>
                  <a:lnTo>
                    <a:pt x="384534" y="1161748"/>
                  </a:lnTo>
                  <a:lnTo>
                    <a:pt x="370434" y="1112793"/>
                  </a:lnTo>
                  <a:lnTo>
                    <a:pt x="356167" y="1063886"/>
                  </a:lnTo>
                  <a:lnTo>
                    <a:pt x="341733" y="1015027"/>
                  </a:lnTo>
                  <a:lnTo>
                    <a:pt x="327131" y="966216"/>
                  </a:lnTo>
                  <a:lnTo>
                    <a:pt x="312362" y="917452"/>
                  </a:lnTo>
                  <a:lnTo>
                    <a:pt x="297427" y="868736"/>
                  </a:lnTo>
                  <a:lnTo>
                    <a:pt x="282324" y="820068"/>
                  </a:lnTo>
                  <a:lnTo>
                    <a:pt x="267054" y="771447"/>
                  </a:lnTo>
                  <a:lnTo>
                    <a:pt x="251616" y="722874"/>
                  </a:lnTo>
                  <a:lnTo>
                    <a:pt x="236012" y="674349"/>
                  </a:lnTo>
                  <a:lnTo>
                    <a:pt x="220240" y="625871"/>
                  </a:lnTo>
                  <a:lnTo>
                    <a:pt x="204302" y="577441"/>
                  </a:lnTo>
                  <a:lnTo>
                    <a:pt x="188196" y="529059"/>
                  </a:lnTo>
                  <a:lnTo>
                    <a:pt x="171923" y="480724"/>
                  </a:lnTo>
                  <a:lnTo>
                    <a:pt x="155483" y="432437"/>
                  </a:lnTo>
                  <a:lnTo>
                    <a:pt x="138875" y="384198"/>
                  </a:lnTo>
                  <a:lnTo>
                    <a:pt x="122101" y="336006"/>
                  </a:lnTo>
                  <a:lnTo>
                    <a:pt x="105159" y="287862"/>
                  </a:lnTo>
                  <a:lnTo>
                    <a:pt x="88051" y="239766"/>
                  </a:lnTo>
                  <a:lnTo>
                    <a:pt x="70775" y="191717"/>
                  </a:lnTo>
                  <a:lnTo>
                    <a:pt x="53332" y="143716"/>
                  </a:lnTo>
                  <a:lnTo>
                    <a:pt x="35721" y="95763"/>
                  </a:lnTo>
                  <a:lnTo>
                    <a:pt x="17944" y="47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6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324991" y="6480960"/>
              <a:ext cx="2962832" cy="3297479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481" y="9068112"/>
            <a:ext cx="3238499" cy="8286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613332" y="0"/>
            <a:ext cx="6674666" cy="102869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5056" y="1816066"/>
            <a:ext cx="10889615" cy="2625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95"/>
              </a:spcBef>
            </a:pPr>
            <a:r>
              <a:rPr sz="4900" spc="-440" dirty="0"/>
              <a:t>NUTRIENT</a:t>
            </a:r>
            <a:r>
              <a:rPr sz="4900" spc="-450" dirty="0"/>
              <a:t> </a:t>
            </a:r>
            <a:r>
              <a:rPr sz="4900" spc="-390" dirty="0"/>
              <a:t>DEFICIENCY</a:t>
            </a:r>
            <a:r>
              <a:rPr sz="4900" spc="-450" dirty="0"/>
              <a:t> </a:t>
            </a:r>
            <a:r>
              <a:rPr sz="4900" spc="-420" dirty="0"/>
              <a:t>DETECTION </a:t>
            </a:r>
            <a:r>
              <a:rPr sz="4900" spc="-1095" dirty="0"/>
              <a:t>&amp;</a:t>
            </a:r>
            <a:r>
              <a:rPr sz="4900" spc="-470" dirty="0"/>
              <a:t> </a:t>
            </a:r>
            <a:r>
              <a:rPr sz="4900" spc="-475" dirty="0"/>
              <a:t>TOMATO</a:t>
            </a:r>
            <a:r>
              <a:rPr sz="4900" spc="-470" dirty="0"/>
              <a:t> </a:t>
            </a:r>
            <a:r>
              <a:rPr sz="4900" spc="-455" dirty="0"/>
              <a:t>FRUIT</a:t>
            </a:r>
            <a:r>
              <a:rPr sz="4900" spc="-470" dirty="0"/>
              <a:t> </a:t>
            </a:r>
            <a:r>
              <a:rPr sz="4900" spc="-430" dirty="0"/>
              <a:t>DISEASE </a:t>
            </a:r>
            <a:r>
              <a:rPr sz="4900" spc="-420" dirty="0"/>
              <a:t>DETECTION</a:t>
            </a:r>
            <a:endParaRPr sz="4900"/>
          </a:p>
        </p:txBody>
      </p:sp>
      <p:sp>
        <p:nvSpPr>
          <p:cNvPr id="11" name="object 11"/>
          <p:cNvSpPr txBox="1"/>
          <p:nvPr/>
        </p:nvSpPr>
        <p:spPr>
          <a:xfrm>
            <a:off x="1767388" y="822165"/>
            <a:ext cx="3472179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latin typeface="Century Gothic"/>
                <a:cs typeface="Century Gothic"/>
              </a:rPr>
              <a:t>COMPONENT</a:t>
            </a:r>
            <a:r>
              <a:rPr sz="3400" spc="-145" dirty="0">
                <a:latin typeface="Century Gothic"/>
                <a:cs typeface="Century Gothic"/>
              </a:rPr>
              <a:t> </a:t>
            </a:r>
            <a:r>
              <a:rPr sz="3400" spc="130" dirty="0">
                <a:latin typeface="Century Gothic"/>
                <a:cs typeface="Century Gothic"/>
              </a:rPr>
              <a:t>01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7166" y="4889520"/>
            <a:ext cx="786003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390" dirty="0">
                <a:latin typeface="Arial Black"/>
                <a:cs typeface="Arial Black"/>
              </a:rPr>
              <a:t>TomatoDoc</a:t>
            </a:r>
            <a:r>
              <a:rPr sz="5200" spc="-455" dirty="0">
                <a:latin typeface="Arial Black"/>
                <a:cs typeface="Arial Black"/>
              </a:rPr>
              <a:t> </a:t>
            </a:r>
            <a:r>
              <a:rPr sz="5200" spc="-180" dirty="0">
                <a:latin typeface="Arial Black"/>
                <a:cs typeface="Arial Black"/>
              </a:rPr>
              <a:t>|R26-</a:t>
            </a:r>
            <a:r>
              <a:rPr sz="5200" spc="-310" dirty="0">
                <a:latin typeface="Arial Black"/>
                <a:cs typeface="Arial Black"/>
              </a:rPr>
              <a:t>SE-</a:t>
            </a:r>
            <a:r>
              <a:rPr sz="5200" spc="-355" dirty="0">
                <a:latin typeface="Arial Black"/>
                <a:cs typeface="Arial Black"/>
              </a:rPr>
              <a:t>032</a:t>
            </a:r>
            <a:endParaRPr sz="52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3177" y="6974978"/>
            <a:ext cx="425069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850" marR="5080" indent="-819150">
              <a:lnSpc>
                <a:spcPct val="115399"/>
              </a:lnSpc>
              <a:spcBef>
                <a:spcPts val="100"/>
              </a:spcBef>
            </a:pPr>
            <a:r>
              <a:rPr sz="3900" spc="-160" dirty="0">
                <a:latin typeface="Arial Black"/>
                <a:cs typeface="Arial Black"/>
              </a:rPr>
              <a:t>Model</a:t>
            </a:r>
            <a:r>
              <a:rPr sz="3900" spc="-370" dirty="0">
                <a:latin typeface="Arial Black"/>
                <a:cs typeface="Arial Black"/>
              </a:rPr>
              <a:t> </a:t>
            </a:r>
            <a:r>
              <a:rPr sz="3900" spc="-390" dirty="0">
                <a:latin typeface="Arial Black"/>
                <a:cs typeface="Arial Black"/>
              </a:rPr>
              <a:t>1:</a:t>
            </a:r>
            <a:r>
              <a:rPr sz="3900" spc="-370" dirty="0">
                <a:latin typeface="Arial Black"/>
                <a:cs typeface="Arial Black"/>
              </a:rPr>
              <a:t> </a:t>
            </a:r>
            <a:r>
              <a:rPr sz="3900" spc="-165" dirty="0">
                <a:latin typeface="Arial Black"/>
                <a:cs typeface="Arial Black"/>
              </a:rPr>
              <a:t>Nutrient </a:t>
            </a:r>
            <a:r>
              <a:rPr sz="3900" spc="-130" dirty="0">
                <a:latin typeface="Arial Black"/>
                <a:cs typeface="Arial Black"/>
              </a:rPr>
              <a:t>Deficiency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5053" y="6948881"/>
            <a:ext cx="5423535" cy="1435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4025" marR="5080" indent="-441959">
              <a:lnSpc>
                <a:spcPct val="115599"/>
              </a:lnSpc>
              <a:spcBef>
                <a:spcPts val="100"/>
              </a:spcBef>
            </a:pPr>
            <a:r>
              <a:rPr sz="4000" spc="-180" dirty="0">
                <a:latin typeface="Arial Black"/>
                <a:cs typeface="Arial Black"/>
              </a:rPr>
              <a:t>Model</a:t>
            </a:r>
            <a:r>
              <a:rPr sz="4000" spc="-390" dirty="0">
                <a:latin typeface="Arial Black"/>
                <a:cs typeface="Arial Black"/>
              </a:rPr>
              <a:t> </a:t>
            </a:r>
            <a:r>
              <a:rPr sz="4000" spc="-350" dirty="0">
                <a:latin typeface="Arial Black"/>
                <a:cs typeface="Arial Black"/>
              </a:rPr>
              <a:t>2:</a:t>
            </a:r>
            <a:r>
              <a:rPr sz="4000" spc="-375" dirty="0">
                <a:latin typeface="Arial Black"/>
                <a:cs typeface="Arial Black"/>
              </a:rPr>
              <a:t> </a:t>
            </a:r>
            <a:r>
              <a:rPr sz="4000" spc="-335" dirty="0">
                <a:latin typeface="Arial Black"/>
                <a:cs typeface="Arial Black"/>
              </a:rPr>
              <a:t>Tomato</a:t>
            </a:r>
            <a:r>
              <a:rPr sz="4000" spc="-375" dirty="0">
                <a:latin typeface="Arial Black"/>
                <a:cs typeface="Arial Black"/>
              </a:rPr>
              <a:t> </a:t>
            </a:r>
            <a:r>
              <a:rPr sz="4000" spc="-160" dirty="0">
                <a:latin typeface="Arial Black"/>
                <a:cs typeface="Arial Black"/>
              </a:rPr>
              <a:t>Fruit </a:t>
            </a:r>
            <a:r>
              <a:rPr sz="4000" spc="-330" dirty="0">
                <a:latin typeface="Arial Black"/>
                <a:cs typeface="Arial Black"/>
              </a:rPr>
              <a:t>Disease</a:t>
            </a:r>
            <a:r>
              <a:rPr sz="4000" spc="-380" dirty="0">
                <a:latin typeface="Arial Black"/>
                <a:cs typeface="Arial Black"/>
              </a:rPr>
              <a:t> </a:t>
            </a:r>
            <a:r>
              <a:rPr sz="4000" spc="-100" dirty="0">
                <a:latin typeface="Arial Black"/>
                <a:cs typeface="Arial Black"/>
              </a:rPr>
              <a:t>Detection</a:t>
            </a:r>
            <a:endParaRPr sz="40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56402" y="8999925"/>
            <a:ext cx="7247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229" dirty="0">
                <a:latin typeface="Century Gothic"/>
                <a:cs typeface="Century Gothic"/>
              </a:rPr>
              <a:t>IT22060426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-1305" dirty="0">
                <a:latin typeface="Century Gothic"/>
                <a:cs typeface="Century Gothic"/>
              </a:rPr>
              <a:t>|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-140" dirty="0">
                <a:latin typeface="Century Gothic"/>
                <a:cs typeface="Century Gothic"/>
              </a:rPr>
              <a:t>Gabilan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-1305" dirty="0">
                <a:latin typeface="Century Gothic"/>
                <a:cs typeface="Century Gothic"/>
              </a:rPr>
              <a:t>|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135" dirty="0">
                <a:latin typeface="Century Gothic"/>
                <a:cs typeface="Century Gothic"/>
              </a:rPr>
              <a:t>R26-</a:t>
            </a:r>
            <a:r>
              <a:rPr sz="3400" spc="245" dirty="0">
                <a:latin typeface="Century Gothic"/>
                <a:cs typeface="Century Gothic"/>
              </a:rPr>
              <a:t>SE-</a:t>
            </a:r>
            <a:r>
              <a:rPr sz="3400" spc="145" dirty="0">
                <a:latin typeface="Century Gothic"/>
                <a:cs typeface="Century Gothic"/>
              </a:rPr>
              <a:t>032</a:t>
            </a:r>
            <a:endParaRPr sz="3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02326" y="0"/>
            <a:ext cx="6085840" cy="6544945"/>
          </a:xfrm>
          <a:custGeom>
            <a:avLst/>
            <a:gdLst/>
            <a:ahLst/>
            <a:cxnLst/>
            <a:rect l="l" t="t" r="r" b="b"/>
            <a:pathLst>
              <a:path w="6085840" h="6544945">
                <a:moveTo>
                  <a:pt x="6085674" y="6544455"/>
                </a:moveTo>
                <a:lnTo>
                  <a:pt x="4747315" y="6544455"/>
                </a:lnTo>
                <a:lnTo>
                  <a:pt x="4699756" y="6531755"/>
                </a:lnTo>
                <a:lnTo>
                  <a:pt x="4605003" y="6531755"/>
                </a:lnTo>
                <a:lnTo>
                  <a:pt x="4557813" y="6519055"/>
                </a:lnTo>
                <a:lnTo>
                  <a:pt x="4463817" y="6519055"/>
                </a:lnTo>
                <a:lnTo>
                  <a:pt x="4417015" y="6506355"/>
                </a:lnTo>
                <a:lnTo>
                  <a:pt x="4370346" y="6506355"/>
                </a:lnTo>
                <a:lnTo>
                  <a:pt x="4277415" y="6480955"/>
                </a:lnTo>
                <a:lnTo>
                  <a:pt x="4231158" y="6480955"/>
                </a:lnTo>
                <a:lnTo>
                  <a:pt x="4185041" y="6468255"/>
                </a:lnTo>
                <a:lnTo>
                  <a:pt x="4139068" y="6468255"/>
                </a:lnTo>
                <a:lnTo>
                  <a:pt x="4002026" y="6430155"/>
                </a:lnTo>
                <a:lnTo>
                  <a:pt x="3956645" y="6430155"/>
                </a:lnTo>
                <a:lnTo>
                  <a:pt x="3381338" y="6265055"/>
                </a:lnTo>
                <a:lnTo>
                  <a:pt x="3338281" y="6239655"/>
                </a:lnTo>
                <a:lnTo>
                  <a:pt x="3252709" y="6214255"/>
                </a:lnTo>
                <a:lnTo>
                  <a:pt x="3210200" y="6188855"/>
                </a:lnTo>
                <a:lnTo>
                  <a:pt x="3125743" y="6163455"/>
                </a:lnTo>
                <a:lnTo>
                  <a:pt x="3083800" y="6138055"/>
                </a:lnTo>
                <a:lnTo>
                  <a:pt x="3042049" y="6125355"/>
                </a:lnTo>
                <a:lnTo>
                  <a:pt x="3000494" y="6099955"/>
                </a:lnTo>
                <a:lnTo>
                  <a:pt x="2959135" y="6087255"/>
                </a:lnTo>
                <a:lnTo>
                  <a:pt x="2917975" y="6061855"/>
                </a:lnTo>
                <a:lnTo>
                  <a:pt x="2877015" y="6049155"/>
                </a:lnTo>
                <a:lnTo>
                  <a:pt x="2836259" y="6023755"/>
                </a:lnTo>
                <a:lnTo>
                  <a:pt x="2795706" y="6011055"/>
                </a:lnTo>
                <a:lnTo>
                  <a:pt x="2755361" y="5985655"/>
                </a:lnTo>
                <a:lnTo>
                  <a:pt x="2715224" y="5972955"/>
                </a:lnTo>
                <a:lnTo>
                  <a:pt x="2596086" y="5896755"/>
                </a:lnTo>
                <a:lnTo>
                  <a:pt x="2556804" y="5884055"/>
                </a:lnTo>
                <a:lnTo>
                  <a:pt x="2363711" y="5757055"/>
                </a:lnTo>
                <a:lnTo>
                  <a:pt x="2325770" y="5744355"/>
                </a:lnTo>
                <a:lnTo>
                  <a:pt x="2176331" y="5642755"/>
                </a:lnTo>
                <a:lnTo>
                  <a:pt x="2103035" y="5591955"/>
                </a:lnTo>
                <a:lnTo>
                  <a:pt x="2066749" y="5553855"/>
                </a:lnTo>
                <a:lnTo>
                  <a:pt x="1959367" y="5477655"/>
                </a:lnTo>
                <a:lnTo>
                  <a:pt x="1889027" y="5426855"/>
                </a:lnTo>
                <a:lnTo>
                  <a:pt x="1854238" y="5388755"/>
                </a:lnTo>
                <a:lnTo>
                  <a:pt x="1751416" y="5312555"/>
                </a:lnTo>
                <a:lnTo>
                  <a:pt x="1717664" y="5274455"/>
                </a:lnTo>
                <a:lnTo>
                  <a:pt x="1684176" y="5249055"/>
                </a:lnTo>
                <a:lnTo>
                  <a:pt x="1650954" y="5210955"/>
                </a:lnTo>
                <a:lnTo>
                  <a:pt x="1585318" y="5160155"/>
                </a:lnTo>
                <a:lnTo>
                  <a:pt x="1552907" y="5122055"/>
                </a:lnTo>
                <a:lnTo>
                  <a:pt x="1520771" y="5096655"/>
                </a:lnTo>
                <a:lnTo>
                  <a:pt x="1488911" y="5058555"/>
                </a:lnTo>
                <a:lnTo>
                  <a:pt x="1457328" y="5033155"/>
                </a:lnTo>
                <a:lnTo>
                  <a:pt x="1426026" y="4995055"/>
                </a:lnTo>
                <a:lnTo>
                  <a:pt x="1395007" y="4969655"/>
                </a:lnTo>
                <a:lnTo>
                  <a:pt x="1364271" y="4931555"/>
                </a:lnTo>
                <a:lnTo>
                  <a:pt x="1333822" y="4906155"/>
                </a:lnTo>
                <a:lnTo>
                  <a:pt x="1303660" y="4868055"/>
                </a:lnTo>
                <a:lnTo>
                  <a:pt x="1273789" y="4829955"/>
                </a:lnTo>
                <a:lnTo>
                  <a:pt x="1244210" y="4804555"/>
                </a:lnTo>
                <a:lnTo>
                  <a:pt x="1214925" y="4766455"/>
                </a:lnTo>
                <a:lnTo>
                  <a:pt x="1185936" y="4728355"/>
                </a:lnTo>
                <a:lnTo>
                  <a:pt x="1157245" y="4690255"/>
                </a:lnTo>
                <a:lnTo>
                  <a:pt x="1128854" y="4664854"/>
                </a:lnTo>
                <a:lnTo>
                  <a:pt x="1100765" y="4626754"/>
                </a:lnTo>
                <a:lnTo>
                  <a:pt x="1072980" y="4588654"/>
                </a:lnTo>
                <a:lnTo>
                  <a:pt x="1045501" y="4550554"/>
                </a:lnTo>
                <a:lnTo>
                  <a:pt x="1018330" y="4525154"/>
                </a:lnTo>
                <a:lnTo>
                  <a:pt x="991470" y="4487054"/>
                </a:lnTo>
                <a:lnTo>
                  <a:pt x="964921" y="4448954"/>
                </a:lnTo>
                <a:lnTo>
                  <a:pt x="938686" y="4410854"/>
                </a:lnTo>
                <a:lnTo>
                  <a:pt x="912767" y="4372754"/>
                </a:lnTo>
                <a:lnTo>
                  <a:pt x="887166" y="4334654"/>
                </a:lnTo>
                <a:lnTo>
                  <a:pt x="861885" y="4296554"/>
                </a:lnTo>
                <a:lnTo>
                  <a:pt x="836925" y="4258454"/>
                </a:lnTo>
                <a:lnTo>
                  <a:pt x="812290" y="4220354"/>
                </a:lnTo>
                <a:lnTo>
                  <a:pt x="787980" y="4182254"/>
                </a:lnTo>
                <a:lnTo>
                  <a:pt x="763999" y="4144154"/>
                </a:lnTo>
                <a:lnTo>
                  <a:pt x="740347" y="4106054"/>
                </a:lnTo>
                <a:lnTo>
                  <a:pt x="717027" y="4067954"/>
                </a:lnTo>
                <a:lnTo>
                  <a:pt x="694041" y="4029854"/>
                </a:lnTo>
                <a:lnTo>
                  <a:pt x="671391" y="3991754"/>
                </a:lnTo>
                <a:lnTo>
                  <a:pt x="649078" y="3953654"/>
                </a:lnTo>
                <a:lnTo>
                  <a:pt x="627105" y="3915554"/>
                </a:lnTo>
                <a:lnTo>
                  <a:pt x="605474" y="3877454"/>
                </a:lnTo>
                <a:lnTo>
                  <a:pt x="584187" y="3839354"/>
                </a:lnTo>
                <a:lnTo>
                  <a:pt x="563246" y="3801254"/>
                </a:lnTo>
                <a:lnTo>
                  <a:pt x="542652" y="3750454"/>
                </a:lnTo>
                <a:lnTo>
                  <a:pt x="522408" y="3712354"/>
                </a:lnTo>
                <a:lnTo>
                  <a:pt x="502515" y="3674254"/>
                </a:lnTo>
                <a:lnTo>
                  <a:pt x="482977" y="3636154"/>
                </a:lnTo>
                <a:lnTo>
                  <a:pt x="463794" y="3585354"/>
                </a:lnTo>
                <a:lnTo>
                  <a:pt x="444969" y="3547254"/>
                </a:lnTo>
                <a:lnTo>
                  <a:pt x="426503" y="3509154"/>
                </a:lnTo>
                <a:lnTo>
                  <a:pt x="408399" y="3471054"/>
                </a:lnTo>
                <a:lnTo>
                  <a:pt x="390658" y="3420254"/>
                </a:lnTo>
                <a:lnTo>
                  <a:pt x="373284" y="3382154"/>
                </a:lnTo>
                <a:lnTo>
                  <a:pt x="356276" y="3344054"/>
                </a:lnTo>
                <a:lnTo>
                  <a:pt x="339639" y="3293254"/>
                </a:lnTo>
                <a:lnTo>
                  <a:pt x="323373" y="3255154"/>
                </a:lnTo>
                <a:lnTo>
                  <a:pt x="307480" y="3217054"/>
                </a:lnTo>
                <a:lnTo>
                  <a:pt x="291963" y="3166254"/>
                </a:lnTo>
                <a:lnTo>
                  <a:pt x="276824" y="3128154"/>
                </a:lnTo>
                <a:lnTo>
                  <a:pt x="262064" y="3077354"/>
                </a:lnTo>
                <a:lnTo>
                  <a:pt x="247686" y="3039254"/>
                </a:lnTo>
                <a:lnTo>
                  <a:pt x="233691" y="3001154"/>
                </a:lnTo>
                <a:lnTo>
                  <a:pt x="220081" y="2950354"/>
                </a:lnTo>
                <a:lnTo>
                  <a:pt x="206859" y="2912254"/>
                </a:lnTo>
                <a:lnTo>
                  <a:pt x="194027" y="2861454"/>
                </a:lnTo>
                <a:lnTo>
                  <a:pt x="181586" y="2823354"/>
                </a:lnTo>
                <a:lnTo>
                  <a:pt x="169538" y="2772554"/>
                </a:lnTo>
                <a:lnTo>
                  <a:pt x="157886" y="2734454"/>
                </a:lnTo>
                <a:lnTo>
                  <a:pt x="146631" y="2683654"/>
                </a:lnTo>
                <a:lnTo>
                  <a:pt x="135775" y="2645554"/>
                </a:lnTo>
                <a:lnTo>
                  <a:pt x="125321" y="2594754"/>
                </a:lnTo>
                <a:lnTo>
                  <a:pt x="115271" y="2543954"/>
                </a:lnTo>
                <a:lnTo>
                  <a:pt x="105625" y="2505854"/>
                </a:lnTo>
                <a:lnTo>
                  <a:pt x="96387" y="2455054"/>
                </a:lnTo>
                <a:lnTo>
                  <a:pt x="87558" y="2416954"/>
                </a:lnTo>
                <a:lnTo>
                  <a:pt x="79141" y="2366154"/>
                </a:lnTo>
                <a:lnTo>
                  <a:pt x="71137" y="2315354"/>
                </a:lnTo>
                <a:lnTo>
                  <a:pt x="63548" y="2277254"/>
                </a:lnTo>
                <a:lnTo>
                  <a:pt x="56376" y="2226454"/>
                </a:lnTo>
                <a:lnTo>
                  <a:pt x="49624" y="2175654"/>
                </a:lnTo>
                <a:lnTo>
                  <a:pt x="43293" y="2137554"/>
                </a:lnTo>
                <a:lnTo>
                  <a:pt x="37385" y="2086754"/>
                </a:lnTo>
                <a:lnTo>
                  <a:pt x="31902" y="2035954"/>
                </a:lnTo>
                <a:lnTo>
                  <a:pt x="26847" y="1997854"/>
                </a:lnTo>
                <a:lnTo>
                  <a:pt x="22220" y="1947054"/>
                </a:lnTo>
                <a:lnTo>
                  <a:pt x="18025" y="1896254"/>
                </a:lnTo>
                <a:lnTo>
                  <a:pt x="14263" y="1845454"/>
                </a:lnTo>
                <a:lnTo>
                  <a:pt x="10936" y="1807354"/>
                </a:lnTo>
                <a:lnTo>
                  <a:pt x="8047" y="1756554"/>
                </a:lnTo>
                <a:lnTo>
                  <a:pt x="5596" y="1705754"/>
                </a:lnTo>
                <a:lnTo>
                  <a:pt x="3587" y="1654954"/>
                </a:lnTo>
                <a:lnTo>
                  <a:pt x="2020" y="1616854"/>
                </a:lnTo>
                <a:lnTo>
                  <a:pt x="899" y="1566054"/>
                </a:lnTo>
                <a:lnTo>
                  <a:pt x="225" y="1515254"/>
                </a:lnTo>
                <a:lnTo>
                  <a:pt x="0" y="1464454"/>
                </a:lnTo>
                <a:lnTo>
                  <a:pt x="225" y="1413654"/>
                </a:lnTo>
                <a:lnTo>
                  <a:pt x="899" y="1375554"/>
                </a:lnTo>
                <a:lnTo>
                  <a:pt x="2020" y="1324754"/>
                </a:lnTo>
                <a:lnTo>
                  <a:pt x="3587" y="1273954"/>
                </a:lnTo>
                <a:lnTo>
                  <a:pt x="5596" y="1223154"/>
                </a:lnTo>
                <a:lnTo>
                  <a:pt x="8047" y="1185054"/>
                </a:lnTo>
                <a:lnTo>
                  <a:pt x="10936" y="1134254"/>
                </a:lnTo>
                <a:lnTo>
                  <a:pt x="14263" y="1083454"/>
                </a:lnTo>
                <a:lnTo>
                  <a:pt x="18025" y="1032654"/>
                </a:lnTo>
                <a:lnTo>
                  <a:pt x="22220" y="994554"/>
                </a:lnTo>
                <a:lnTo>
                  <a:pt x="26847" y="943754"/>
                </a:lnTo>
                <a:lnTo>
                  <a:pt x="31902" y="892954"/>
                </a:lnTo>
                <a:lnTo>
                  <a:pt x="37385" y="842154"/>
                </a:lnTo>
                <a:lnTo>
                  <a:pt x="43293" y="804054"/>
                </a:lnTo>
                <a:lnTo>
                  <a:pt x="49624" y="753254"/>
                </a:lnTo>
                <a:lnTo>
                  <a:pt x="56376" y="702454"/>
                </a:lnTo>
                <a:lnTo>
                  <a:pt x="63548" y="664354"/>
                </a:lnTo>
                <a:lnTo>
                  <a:pt x="71137" y="613554"/>
                </a:lnTo>
                <a:lnTo>
                  <a:pt x="79141" y="562754"/>
                </a:lnTo>
                <a:lnTo>
                  <a:pt x="87558" y="524654"/>
                </a:lnTo>
                <a:lnTo>
                  <a:pt x="96387" y="473854"/>
                </a:lnTo>
                <a:lnTo>
                  <a:pt x="105625" y="435754"/>
                </a:lnTo>
                <a:lnTo>
                  <a:pt x="115271" y="384954"/>
                </a:lnTo>
                <a:lnTo>
                  <a:pt x="125321" y="346854"/>
                </a:lnTo>
                <a:lnTo>
                  <a:pt x="135775" y="296054"/>
                </a:lnTo>
                <a:lnTo>
                  <a:pt x="146631" y="245254"/>
                </a:lnTo>
                <a:lnTo>
                  <a:pt x="157886" y="207154"/>
                </a:lnTo>
                <a:lnTo>
                  <a:pt x="169538" y="156354"/>
                </a:lnTo>
                <a:lnTo>
                  <a:pt x="181586" y="118254"/>
                </a:lnTo>
                <a:lnTo>
                  <a:pt x="194027" y="67454"/>
                </a:lnTo>
                <a:lnTo>
                  <a:pt x="206859" y="29354"/>
                </a:lnTo>
                <a:lnTo>
                  <a:pt x="214500" y="0"/>
                </a:lnTo>
                <a:lnTo>
                  <a:pt x="6085674" y="0"/>
                </a:lnTo>
                <a:lnTo>
                  <a:pt x="6085674" y="6544455"/>
                </a:lnTo>
                <a:close/>
              </a:path>
            </a:pathLst>
          </a:custGeom>
          <a:solidFill>
            <a:srgbClr val="D6ECB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4614626"/>
            <a:ext cx="5939790" cy="5672455"/>
            <a:chOff x="0" y="4614626"/>
            <a:chExt cx="5939790" cy="5672455"/>
          </a:xfrm>
        </p:grpSpPr>
        <p:sp>
          <p:nvSpPr>
            <p:cNvPr id="4" name="object 4"/>
            <p:cNvSpPr/>
            <p:nvPr/>
          </p:nvSpPr>
          <p:spPr>
            <a:xfrm>
              <a:off x="0" y="4614626"/>
              <a:ext cx="5939790" cy="5672455"/>
            </a:xfrm>
            <a:custGeom>
              <a:avLst/>
              <a:gdLst/>
              <a:ahLst/>
              <a:cxnLst/>
              <a:rect l="l" t="t" r="r" b="b"/>
              <a:pathLst>
                <a:path w="5939790" h="5672455">
                  <a:moveTo>
                    <a:pt x="0" y="76200"/>
                  </a:moveTo>
                  <a:lnTo>
                    <a:pt x="1235100" y="76199"/>
                  </a:lnTo>
                  <a:lnTo>
                    <a:pt x="1324657" y="101599"/>
                  </a:lnTo>
                  <a:lnTo>
                    <a:pt x="1369375" y="101599"/>
                  </a:lnTo>
                  <a:lnTo>
                    <a:pt x="1503261" y="139699"/>
                  </a:lnTo>
                  <a:lnTo>
                    <a:pt x="1547792" y="139699"/>
                  </a:lnTo>
                  <a:lnTo>
                    <a:pt x="2121132" y="304799"/>
                  </a:lnTo>
                  <a:lnTo>
                    <a:pt x="2164729" y="330199"/>
                  </a:lnTo>
                  <a:lnTo>
                    <a:pt x="2295008" y="368299"/>
                  </a:lnTo>
                  <a:lnTo>
                    <a:pt x="2338257" y="393699"/>
                  </a:lnTo>
                  <a:lnTo>
                    <a:pt x="2381414" y="406399"/>
                  </a:lnTo>
                  <a:lnTo>
                    <a:pt x="2424476" y="431799"/>
                  </a:lnTo>
                  <a:lnTo>
                    <a:pt x="2510306" y="457199"/>
                  </a:lnTo>
                  <a:lnTo>
                    <a:pt x="2553071" y="482599"/>
                  </a:lnTo>
                  <a:lnTo>
                    <a:pt x="2595732" y="495299"/>
                  </a:lnTo>
                  <a:lnTo>
                    <a:pt x="2638286" y="520699"/>
                  </a:lnTo>
                  <a:lnTo>
                    <a:pt x="2680733" y="533399"/>
                  </a:lnTo>
                  <a:lnTo>
                    <a:pt x="2765294" y="584199"/>
                  </a:lnTo>
                  <a:lnTo>
                    <a:pt x="2807403" y="596899"/>
                  </a:lnTo>
                  <a:lnTo>
                    <a:pt x="2891268" y="647699"/>
                  </a:lnTo>
                  <a:lnTo>
                    <a:pt x="2933019" y="660399"/>
                  </a:lnTo>
                  <a:lnTo>
                    <a:pt x="3180850" y="812799"/>
                  </a:lnTo>
                  <a:lnTo>
                    <a:pt x="3221689" y="825499"/>
                  </a:lnTo>
                  <a:lnTo>
                    <a:pt x="3302945" y="876299"/>
                  </a:lnTo>
                  <a:lnTo>
                    <a:pt x="3343358" y="914399"/>
                  </a:lnTo>
                  <a:lnTo>
                    <a:pt x="3582617" y="1066799"/>
                  </a:lnTo>
                  <a:lnTo>
                    <a:pt x="3621732" y="1104899"/>
                  </a:lnTo>
                  <a:lnTo>
                    <a:pt x="3699023" y="1155699"/>
                  </a:lnTo>
                  <a:lnTo>
                    <a:pt x="3737199" y="1193799"/>
                  </a:lnTo>
                  <a:lnTo>
                    <a:pt x="3812609" y="1244599"/>
                  </a:lnTo>
                  <a:lnTo>
                    <a:pt x="3849843" y="1282699"/>
                  </a:lnTo>
                  <a:lnTo>
                    <a:pt x="3923366" y="1333499"/>
                  </a:lnTo>
                  <a:lnTo>
                    <a:pt x="3959654" y="1371599"/>
                  </a:lnTo>
                  <a:lnTo>
                    <a:pt x="3995626" y="1396999"/>
                  </a:lnTo>
                  <a:lnTo>
                    <a:pt x="4031282" y="1435099"/>
                  </a:lnTo>
                  <a:lnTo>
                    <a:pt x="4066621" y="1460499"/>
                  </a:lnTo>
                  <a:lnTo>
                    <a:pt x="4101643" y="1498599"/>
                  </a:lnTo>
                  <a:lnTo>
                    <a:pt x="4136348" y="1523999"/>
                  </a:lnTo>
                  <a:lnTo>
                    <a:pt x="4170735" y="1562099"/>
                  </a:lnTo>
                  <a:lnTo>
                    <a:pt x="4204804" y="1587499"/>
                  </a:lnTo>
                  <a:lnTo>
                    <a:pt x="4238554" y="1625599"/>
                  </a:lnTo>
                  <a:lnTo>
                    <a:pt x="4271985" y="1663699"/>
                  </a:lnTo>
                  <a:lnTo>
                    <a:pt x="4305096" y="1689099"/>
                  </a:lnTo>
                  <a:lnTo>
                    <a:pt x="4337888" y="1727199"/>
                  </a:lnTo>
                  <a:lnTo>
                    <a:pt x="4370360" y="1752599"/>
                  </a:lnTo>
                  <a:lnTo>
                    <a:pt x="4402511" y="1790699"/>
                  </a:lnTo>
                  <a:lnTo>
                    <a:pt x="4434342" y="1828799"/>
                  </a:lnTo>
                  <a:lnTo>
                    <a:pt x="4465851" y="1854199"/>
                  </a:lnTo>
                  <a:lnTo>
                    <a:pt x="4497039" y="1892299"/>
                  </a:lnTo>
                  <a:lnTo>
                    <a:pt x="4527904" y="1930399"/>
                  </a:lnTo>
                  <a:lnTo>
                    <a:pt x="4558447" y="1968499"/>
                  </a:lnTo>
                  <a:lnTo>
                    <a:pt x="4588667" y="1993899"/>
                  </a:lnTo>
                  <a:lnTo>
                    <a:pt x="4618564" y="2031999"/>
                  </a:lnTo>
                  <a:lnTo>
                    <a:pt x="4648138" y="2070099"/>
                  </a:lnTo>
                  <a:lnTo>
                    <a:pt x="4677388" y="2108199"/>
                  </a:lnTo>
                  <a:lnTo>
                    <a:pt x="4706313" y="2146299"/>
                  </a:lnTo>
                  <a:lnTo>
                    <a:pt x="4734913" y="2184399"/>
                  </a:lnTo>
                  <a:lnTo>
                    <a:pt x="4763189" y="2209799"/>
                  </a:lnTo>
                  <a:lnTo>
                    <a:pt x="4791139" y="2247899"/>
                  </a:lnTo>
                  <a:lnTo>
                    <a:pt x="4818763" y="2285999"/>
                  </a:lnTo>
                  <a:lnTo>
                    <a:pt x="4846061" y="2324099"/>
                  </a:lnTo>
                  <a:lnTo>
                    <a:pt x="4873033" y="2362199"/>
                  </a:lnTo>
                  <a:lnTo>
                    <a:pt x="4899677" y="2400299"/>
                  </a:lnTo>
                  <a:lnTo>
                    <a:pt x="4925994" y="2438399"/>
                  </a:lnTo>
                  <a:lnTo>
                    <a:pt x="4951984" y="2476499"/>
                  </a:lnTo>
                  <a:lnTo>
                    <a:pt x="4977645" y="2514599"/>
                  </a:lnTo>
                  <a:lnTo>
                    <a:pt x="5002978" y="2552699"/>
                  </a:lnTo>
                  <a:lnTo>
                    <a:pt x="5027982" y="2590799"/>
                  </a:lnTo>
                  <a:lnTo>
                    <a:pt x="5052656" y="2628899"/>
                  </a:lnTo>
                  <a:lnTo>
                    <a:pt x="5077001" y="2666999"/>
                  </a:lnTo>
                  <a:lnTo>
                    <a:pt x="5101016" y="2705099"/>
                  </a:lnTo>
                  <a:lnTo>
                    <a:pt x="5124701" y="2743199"/>
                  </a:lnTo>
                  <a:lnTo>
                    <a:pt x="5148054" y="2781299"/>
                  </a:lnTo>
                  <a:lnTo>
                    <a:pt x="5171077" y="2819399"/>
                  </a:lnTo>
                  <a:lnTo>
                    <a:pt x="5193768" y="2857499"/>
                  </a:lnTo>
                  <a:lnTo>
                    <a:pt x="5216127" y="2908299"/>
                  </a:lnTo>
                  <a:lnTo>
                    <a:pt x="5238154" y="2946399"/>
                  </a:lnTo>
                  <a:lnTo>
                    <a:pt x="5259848" y="2984499"/>
                  </a:lnTo>
                  <a:lnTo>
                    <a:pt x="5281209" y="3022599"/>
                  </a:lnTo>
                  <a:lnTo>
                    <a:pt x="5302237" y="3060699"/>
                  </a:lnTo>
                  <a:lnTo>
                    <a:pt x="5322931" y="3098799"/>
                  </a:lnTo>
                  <a:lnTo>
                    <a:pt x="5343290" y="3149599"/>
                  </a:lnTo>
                  <a:lnTo>
                    <a:pt x="5363315" y="3187699"/>
                  </a:lnTo>
                  <a:lnTo>
                    <a:pt x="5383005" y="3225799"/>
                  </a:lnTo>
                  <a:lnTo>
                    <a:pt x="5402360" y="3263899"/>
                  </a:lnTo>
                  <a:lnTo>
                    <a:pt x="5421379" y="3301999"/>
                  </a:lnTo>
                  <a:lnTo>
                    <a:pt x="5440062" y="3352799"/>
                  </a:lnTo>
                  <a:lnTo>
                    <a:pt x="5458408" y="3390899"/>
                  </a:lnTo>
                  <a:lnTo>
                    <a:pt x="5476418" y="3428999"/>
                  </a:lnTo>
                  <a:lnTo>
                    <a:pt x="5494090" y="3467099"/>
                  </a:lnTo>
                  <a:lnTo>
                    <a:pt x="5511425" y="3517899"/>
                  </a:lnTo>
                  <a:lnTo>
                    <a:pt x="5528422" y="3555999"/>
                  </a:lnTo>
                  <a:lnTo>
                    <a:pt x="5545080" y="3594099"/>
                  </a:lnTo>
                  <a:lnTo>
                    <a:pt x="5561399" y="3644899"/>
                  </a:lnTo>
                  <a:lnTo>
                    <a:pt x="5577380" y="3682999"/>
                  </a:lnTo>
                  <a:lnTo>
                    <a:pt x="5593020" y="3721099"/>
                  </a:lnTo>
                  <a:lnTo>
                    <a:pt x="5608321" y="3771899"/>
                  </a:lnTo>
                  <a:lnTo>
                    <a:pt x="5623282" y="3809999"/>
                  </a:lnTo>
                  <a:lnTo>
                    <a:pt x="5637902" y="3848099"/>
                  </a:lnTo>
                  <a:lnTo>
                    <a:pt x="5652181" y="3898899"/>
                  </a:lnTo>
                  <a:lnTo>
                    <a:pt x="5666118" y="3936999"/>
                  </a:lnTo>
                  <a:lnTo>
                    <a:pt x="5679714" y="3975099"/>
                  </a:lnTo>
                  <a:lnTo>
                    <a:pt x="5692967" y="4025899"/>
                  </a:lnTo>
                  <a:lnTo>
                    <a:pt x="5705878" y="4063999"/>
                  </a:lnTo>
                  <a:lnTo>
                    <a:pt x="5718446" y="4114799"/>
                  </a:lnTo>
                  <a:lnTo>
                    <a:pt x="5730670" y="4152899"/>
                  </a:lnTo>
                  <a:lnTo>
                    <a:pt x="5742551" y="4203699"/>
                  </a:lnTo>
                  <a:lnTo>
                    <a:pt x="5754088" y="4241799"/>
                  </a:lnTo>
                  <a:lnTo>
                    <a:pt x="5765280" y="4279899"/>
                  </a:lnTo>
                  <a:lnTo>
                    <a:pt x="5776127" y="4330699"/>
                  </a:lnTo>
                  <a:lnTo>
                    <a:pt x="5786630" y="4368799"/>
                  </a:lnTo>
                  <a:lnTo>
                    <a:pt x="5796786" y="4419599"/>
                  </a:lnTo>
                  <a:lnTo>
                    <a:pt x="5806597" y="4457699"/>
                  </a:lnTo>
                  <a:lnTo>
                    <a:pt x="5816061" y="4508499"/>
                  </a:lnTo>
                  <a:lnTo>
                    <a:pt x="5825178" y="4546599"/>
                  </a:lnTo>
                  <a:lnTo>
                    <a:pt x="5833948" y="4597399"/>
                  </a:lnTo>
                  <a:lnTo>
                    <a:pt x="5842371" y="4635499"/>
                  </a:lnTo>
                  <a:lnTo>
                    <a:pt x="5850446" y="4686299"/>
                  </a:lnTo>
                  <a:lnTo>
                    <a:pt x="5858172" y="4724399"/>
                  </a:lnTo>
                  <a:lnTo>
                    <a:pt x="5865550" y="4775199"/>
                  </a:lnTo>
                  <a:lnTo>
                    <a:pt x="5872579" y="4813299"/>
                  </a:lnTo>
                  <a:lnTo>
                    <a:pt x="5879258" y="4864099"/>
                  </a:lnTo>
                  <a:lnTo>
                    <a:pt x="5885588" y="4902199"/>
                  </a:lnTo>
                  <a:lnTo>
                    <a:pt x="5891567" y="4952999"/>
                  </a:lnTo>
                  <a:lnTo>
                    <a:pt x="5897196" y="4991099"/>
                  </a:lnTo>
                  <a:lnTo>
                    <a:pt x="5902474" y="5041899"/>
                  </a:lnTo>
                  <a:lnTo>
                    <a:pt x="5907401" y="5079999"/>
                  </a:lnTo>
                  <a:lnTo>
                    <a:pt x="5911976" y="5130799"/>
                  </a:lnTo>
                  <a:lnTo>
                    <a:pt x="5916198" y="5168899"/>
                  </a:lnTo>
                  <a:lnTo>
                    <a:pt x="5920069" y="5219699"/>
                  </a:lnTo>
                  <a:lnTo>
                    <a:pt x="5923586" y="5257799"/>
                  </a:lnTo>
                  <a:lnTo>
                    <a:pt x="5926750" y="5308599"/>
                  </a:lnTo>
                  <a:lnTo>
                    <a:pt x="5929561" y="5346699"/>
                  </a:lnTo>
                  <a:lnTo>
                    <a:pt x="5932017" y="5397499"/>
                  </a:lnTo>
                  <a:lnTo>
                    <a:pt x="5934120" y="5435599"/>
                  </a:lnTo>
                  <a:lnTo>
                    <a:pt x="5937259" y="5524499"/>
                  </a:lnTo>
                  <a:lnTo>
                    <a:pt x="5938296" y="5575299"/>
                  </a:lnTo>
                  <a:lnTo>
                    <a:pt x="5939194" y="5651499"/>
                  </a:lnTo>
                  <a:lnTo>
                    <a:pt x="5939219" y="5672373"/>
                  </a:lnTo>
                  <a:lnTo>
                    <a:pt x="0" y="5672373"/>
                  </a:lnTo>
                  <a:lnTo>
                    <a:pt x="0" y="76200"/>
                  </a:lnTo>
                  <a:close/>
                </a:path>
                <a:path w="5939790" h="5672455">
                  <a:moveTo>
                    <a:pt x="0" y="63500"/>
                  </a:moveTo>
                  <a:lnTo>
                    <a:pt x="1145396" y="63499"/>
                  </a:lnTo>
                  <a:lnTo>
                    <a:pt x="1190265" y="76199"/>
                  </a:lnTo>
                  <a:lnTo>
                    <a:pt x="0" y="76200"/>
                  </a:lnTo>
                  <a:lnTo>
                    <a:pt x="0" y="63500"/>
                  </a:lnTo>
                  <a:close/>
                </a:path>
                <a:path w="5939790" h="5672455">
                  <a:moveTo>
                    <a:pt x="0" y="50800"/>
                  </a:moveTo>
                  <a:lnTo>
                    <a:pt x="1055563" y="50799"/>
                  </a:lnTo>
                  <a:lnTo>
                    <a:pt x="1100495" y="63499"/>
                  </a:lnTo>
                  <a:lnTo>
                    <a:pt x="0" y="63500"/>
                  </a:lnTo>
                  <a:lnTo>
                    <a:pt x="0" y="50800"/>
                  </a:lnTo>
                  <a:close/>
                </a:path>
                <a:path w="5939790" h="5672455">
                  <a:moveTo>
                    <a:pt x="0" y="38100"/>
                  </a:moveTo>
                  <a:lnTo>
                    <a:pt x="965620" y="38099"/>
                  </a:lnTo>
                  <a:lnTo>
                    <a:pt x="1010605" y="50799"/>
                  </a:lnTo>
                  <a:lnTo>
                    <a:pt x="0" y="50800"/>
                  </a:lnTo>
                  <a:lnTo>
                    <a:pt x="0" y="38100"/>
                  </a:lnTo>
                  <a:close/>
                </a:path>
                <a:path w="5939790" h="5672455">
                  <a:moveTo>
                    <a:pt x="0" y="25400"/>
                  </a:moveTo>
                  <a:lnTo>
                    <a:pt x="875584" y="25399"/>
                  </a:lnTo>
                  <a:lnTo>
                    <a:pt x="920613" y="38099"/>
                  </a:lnTo>
                  <a:lnTo>
                    <a:pt x="0" y="38100"/>
                  </a:lnTo>
                  <a:lnTo>
                    <a:pt x="0" y="25400"/>
                  </a:lnTo>
                  <a:close/>
                </a:path>
                <a:path w="5939790" h="5672455">
                  <a:moveTo>
                    <a:pt x="0" y="12700"/>
                  </a:moveTo>
                  <a:lnTo>
                    <a:pt x="740394" y="12699"/>
                  </a:lnTo>
                  <a:lnTo>
                    <a:pt x="785473" y="25399"/>
                  </a:lnTo>
                  <a:lnTo>
                    <a:pt x="0" y="25400"/>
                  </a:lnTo>
                  <a:lnTo>
                    <a:pt x="0" y="12700"/>
                  </a:lnTo>
                  <a:close/>
                </a:path>
                <a:path w="5939790" h="5672455">
                  <a:moveTo>
                    <a:pt x="0" y="0"/>
                  </a:moveTo>
                  <a:lnTo>
                    <a:pt x="559983" y="0"/>
                  </a:lnTo>
                  <a:lnTo>
                    <a:pt x="605096" y="12699"/>
                  </a:lnTo>
                  <a:lnTo>
                    <a:pt x="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640026"/>
              <a:ext cx="5133975" cy="5647055"/>
            </a:xfrm>
            <a:custGeom>
              <a:avLst/>
              <a:gdLst/>
              <a:ahLst/>
              <a:cxnLst/>
              <a:rect l="l" t="t" r="r" b="b"/>
              <a:pathLst>
                <a:path w="5133975" h="5647055">
                  <a:moveTo>
                    <a:pt x="0" y="50800"/>
                  </a:moveTo>
                  <a:lnTo>
                    <a:pt x="429470" y="50799"/>
                  </a:lnTo>
                  <a:lnTo>
                    <a:pt x="519028" y="76199"/>
                  </a:lnTo>
                  <a:lnTo>
                    <a:pt x="563746" y="76199"/>
                  </a:lnTo>
                  <a:lnTo>
                    <a:pt x="697631" y="114299"/>
                  </a:lnTo>
                  <a:lnTo>
                    <a:pt x="742163" y="114299"/>
                  </a:lnTo>
                  <a:lnTo>
                    <a:pt x="1315503" y="279399"/>
                  </a:lnTo>
                  <a:lnTo>
                    <a:pt x="1359099" y="304799"/>
                  </a:lnTo>
                  <a:lnTo>
                    <a:pt x="1489379" y="342899"/>
                  </a:lnTo>
                  <a:lnTo>
                    <a:pt x="1532628" y="368299"/>
                  </a:lnTo>
                  <a:lnTo>
                    <a:pt x="1575784" y="380999"/>
                  </a:lnTo>
                  <a:lnTo>
                    <a:pt x="1618846" y="406399"/>
                  </a:lnTo>
                  <a:lnTo>
                    <a:pt x="1704677" y="431799"/>
                  </a:lnTo>
                  <a:lnTo>
                    <a:pt x="1747441" y="457199"/>
                  </a:lnTo>
                  <a:lnTo>
                    <a:pt x="1790102" y="469899"/>
                  </a:lnTo>
                  <a:lnTo>
                    <a:pt x="1832657" y="495299"/>
                  </a:lnTo>
                  <a:lnTo>
                    <a:pt x="1875104" y="507999"/>
                  </a:lnTo>
                  <a:lnTo>
                    <a:pt x="1959664" y="558799"/>
                  </a:lnTo>
                  <a:lnTo>
                    <a:pt x="2001773" y="571499"/>
                  </a:lnTo>
                  <a:lnTo>
                    <a:pt x="2085638" y="622299"/>
                  </a:lnTo>
                  <a:lnTo>
                    <a:pt x="2127389" y="634999"/>
                  </a:lnTo>
                  <a:lnTo>
                    <a:pt x="2375221" y="787399"/>
                  </a:lnTo>
                  <a:lnTo>
                    <a:pt x="2416059" y="800099"/>
                  </a:lnTo>
                  <a:lnTo>
                    <a:pt x="2497315" y="850899"/>
                  </a:lnTo>
                  <a:lnTo>
                    <a:pt x="2537729" y="888999"/>
                  </a:lnTo>
                  <a:lnTo>
                    <a:pt x="2776987" y="1041399"/>
                  </a:lnTo>
                  <a:lnTo>
                    <a:pt x="2816102" y="1079499"/>
                  </a:lnTo>
                  <a:lnTo>
                    <a:pt x="2893393" y="1130299"/>
                  </a:lnTo>
                  <a:lnTo>
                    <a:pt x="2931569" y="1168399"/>
                  </a:lnTo>
                  <a:lnTo>
                    <a:pt x="3006979" y="1219199"/>
                  </a:lnTo>
                  <a:lnTo>
                    <a:pt x="3044213" y="1257299"/>
                  </a:lnTo>
                  <a:lnTo>
                    <a:pt x="3117736" y="1308099"/>
                  </a:lnTo>
                  <a:lnTo>
                    <a:pt x="3154024" y="1346199"/>
                  </a:lnTo>
                  <a:lnTo>
                    <a:pt x="3189996" y="1371599"/>
                  </a:lnTo>
                  <a:lnTo>
                    <a:pt x="3225652" y="1409699"/>
                  </a:lnTo>
                  <a:lnTo>
                    <a:pt x="3260992" y="1435099"/>
                  </a:lnTo>
                  <a:lnTo>
                    <a:pt x="3296014" y="1473199"/>
                  </a:lnTo>
                  <a:lnTo>
                    <a:pt x="3330718" y="1498599"/>
                  </a:lnTo>
                  <a:lnTo>
                    <a:pt x="3365105" y="1536699"/>
                  </a:lnTo>
                  <a:lnTo>
                    <a:pt x="3399174" y="1562099"/>
                  </a:lnTo>
                  <a:lnTo>
                    <a:pt x="3432924" y="1600199"/>
                  </a:lnTo>
                  <a:lnTo>
                    <a:pt x="3466355" y="1638299"/>
                  </a:lnTo>
                  <a:lnTo>
                    <a:pt x="3499467" y="1663699"/>
                  </a:lnTo>
                  <a:lnTo>
                    <a:pt x="3532259" y="1701799"/>
                  </a:lnTo>
                  <a:lnTo>
                    <a:pt x="3564730" y="1727199"/>
                  </a:lnTo>
                  <a:lnTo>
                    <a:pt x="3596882" y="1765299"/>
                  </a:lnTo>
                  <a:lnTo>
                    <a:pt x="3628712" y="1803399"/>
                  </a:lnTo>
                  <a:lnTo>
                    <a:pt x="3660221" y="1828799"/>
                  </a:lnTo>
                  <a:lnTo>
                    <a:pt x="3691409" y="1866899"/>
                  </a:lnTo>
                  <a:lnTo>
                    <a:pt x="3722274" y="1904999"/>
                  </a:lnTo>
                  <a:lnTo>
                    <a:pt x="3752817" y="1943099"/>
                  </a:lnTo>
                  <a:lnTo>
                    <a:pt x="3783038" y="1968499"/>
                  </a:lnTo>
                  <a:lnTo>
                    <a:pt x="3812935" y="2006599"/>
                  </a:lnTo>
                  <a:lnTo>
                    <a:pt x="3842508" y="2044699"/>
                  </a:lnTo>
                  <a:lnTo>
                    <a:pt x="3871758" y="2082799"/>
                  </a:lnTo>
                  <a:lnTo>
                    <a:pt x="3900683" y="2120899"/>
                  </a:lnTo>
                  <a:lnTo>
                    <a:pt x="3929284" y="2158999"/>
                  </a:lnTo>
                  <a:lnTo>
                    <a:pt x="3957559" y="2184399"/>
                  </a:lnTo>
                  <a:lnTo>
                    <a:pt x="3985509" y="2222499"/>
                  </a:lnTo>
                  <a:lnTo>
                    <a:pt x="4013134" y="2260599"/>
                  </a:lnTo>
                  <a:lnTo>
                    <a:pt x="4040432" y="2298699"/>
                  </a:lnTo>
                  <a:lnTo>
                    <a:pt x="4067403" y="2336799"/>
                  </a:lnTo>
                  <a:lnTo>
                    <a:pt x="4094048" y="2374899"/>
                  </a:lnTo>
                  <a:lnTo>
                    <a:pt x="4120365" y="2412999"/>
                  </a:lnTo>
                  <a:lnTo>
                    <a:pt x="4146354" y="2451099"/>
                  </a:lnTo>
                  <a:lnTo>
                    <a:pt x="4172015" y="2489199"/>
                  </a:lnTo>
                  <a:lnTo>
                    <a:pt x="4197348" y="2527299"/>
                  </a:lnTo>
                  <a:lnTo>
                    <a:pt x="4222352" y="2565399"/>
                  </a:lnTo>
                  <a:lnTo>
                    <a:pt x="4247026" y="2603499"/>
                  </a:lnTo>
                  <a:lnTo>
                    <a:pt x="4271371" y="2641599"/>
                  </a:lnTo>
                  <a:lnTo>
                    <a:pt x="4295386" y="2679699"/>
                  </a:lnTo>
                  <a:lnTo>
                    <a:pt x="4319071" y="2717799"/>
                  </a:lnTo>
                  <a:lnTo>
                    <a:pt x="4342425" y="2755899"/>
                  </a:lnTo>
                  <a:lnTo>
                    <a:pt x="4365447" y="2793999"/>
                  </a:lnTo>
                  <a:lnTo>
                    <a:pt x="4388138" y="2832099"/>
                  </a:lnTo>
                  <a:lnTo>
                    <a:pt x="4410498" y="2882899"/>
                  </a:lnTo>
                  <a:lnTo>
                    <a:pt x="4432524" y="2920999"/>
                  </a:lnTo>
                  <a:lnTo>
                    <a:pt x="4454219" y="2959099"/>
                  </a:lnTo>
                  <a:lnTo>
                    <a:pt x="4475580" y="2997199"/>
                  </a:lnTo>
                  <a:lnTo>
                    <a:pt x="4496607" y="3035299"/>
                  </a:lnTo>
                  <a:lnTo>
                    <a:pt x="4517301" y="3073399"/>
                  </a:lnTo>
                  <a:lnTo>
                    <a:pt x="4537661" y="3124199"/>
                  </a:lnTo>
                  <a:lnTo>
                    <a:pt x="4557686" y="3162299"/>
                  </a:lnTo>
                  <a:lnTo>
                    <a:pt x="4577376" y="3200399"/>
                  </a:lnTo>
                  <a:lnTo>
                    <a:pt x="4596731" y="3238499"/>
                  </a:lnTo>
                  <a:lnTo>
                    <a:pt x="4615750" y="3276599"/>
                  </a:lnTo>
                  <a:lnTo>
                    <a:pt x="4634432" y="3327399"/>
                  </a:lnTo>
                  <a:lnTo>
                    <a:pt x="4652779" y="3365499"/>
                  </a:lnTo>
                  <a:lnTo>
                    <a:pt x="4670788" y="3403599"/>
                  </a:lnTo>
                  <a:lnTo>
                    <a:pt x="4688461" y="3441699"/>
                  </a:lnTo>
                  <a:lnTo>
                    <a:pt x="4705795" y="3492499"/>
                  </a:lnTo>
                  <a:lnTo>
                    <a:pt x="4722792" y="3530599"/>
                  </a:lnTo>
                  <a:lnTo>
                    <a:pt x="4739450" y="3568699"/>
                  </a:lnTo>
                  <a:lnTo>
                    <a:pt x="4755770" y="3619499"/>
                  </a:lnTo>
                  <a:lnTo>
                    <a:pt x="4771750" y="3657599"/>
                  </a:lnTo>
                  <a:lnTo>
                    <a:pt x="4787391" y="3695699"/>
                  </a:lnTo>
                  <a:lnTo>
                    <a:pt x="4802692" y="3746499"/>
                  </a:lnTo>
                  <a:lnTo>
                    <a:pt x="4817652" y="3784599"/>
                  </a:lnTo>
                  <a:lnTo>
                    <a:pt x="4832272" y="3822699"/>
                  </a:lnTo>
                  <a:lnTo>
                    <a:pt x="4846551" y="3873499"/>
                  </a:lnTo>
                  <a:lnTo>
                    <a:pt x="4860488" y="3911599"/>
                  </a:lnTo>
                  <a:lnTo>
                    <a:pt x="4874084" y="3949699"/>
                  </a:lnTo>
                  <a:lnTo>
                    <a:pt x="4887337" y="4000499"/>
                  </a:lnTo>
                  <a:lnTo>
                    <a:pt x="4900248" y="4038599"/>
                  </a:lnTo>
                  <a:lnTo>
                    <a:pt x="4912816" y="4089399"/>
                  </a:lnTo>
                  <a:lnTo>
                    <a:pt x="4925041" y="4127499"/>
                  </a:lnTo>
                  <a:lnTo>
                    <a:pt x="4936921" y="4178299"/>
                  </a:lnTo>
                  <a:lnTo>
                    <a:pt x="4948458" y="4216399"/>
                  </a:lnTo>
                  <a:lnTo>
                    <a:pt x="4959650" y="4254499"/>
                  </a:lnTo>
                  <a:lnTo>
                    <a:pt x="4970498" y="4305299"/>
                  </a:lnTo>
                  <a:lnTo>
                    <a:pt x="4981000" y="4343399"/>
                  </a:lnTo>
                  <a:lnTo>
                    <a:pt x="4991156" y="4394199"/>
                  </a:lnTo>
                  <a:lnTo>
                    <a:pt x="5000967" y="4432299"/>
                  </a:lnTo>
                  <a:lnTo>
                    <a:pt x="5010431" y="4483099"/>
                  </a:lnTo>
                  <a:lnTo>
                    <a:pt x="5019548" y="4521199"/>
                  </a:lnTo>
                  <a:lnTo>
                    <a:pt x="5028319" y="4571999"/>
                  </a:lnTo>
                  <a:lnTo>
                    <a:pt x="5036741" y="4610099"/>
                  </a:lnTo>
                  <a:lnTo>
                    <a:pt x="5044816" y="4660899"/>
                  </a:lnTo>
                  <a:lnTo>
                    <a:pt x="5052543" y="4698999"/>
                  </a:lnTo>
                  <a:lnTo>
                    <a:pt x="5059921" y="4749799"/>
                  </a:lnTo>
                  <a:lnTo>
                    <a:pt x="5066949" y="4787899"/>
                  </a:lnTo>
                  <a:lnTo>
                    <a:pt x="5073629" y="4838699"/>
                  </a:lnTo>
                  <a:lnTo>
                    <a:pt x="5079958" y="4876799"/>
                  </a:lnTo>
                  <a:lnTo>
                    <a:pt x="5085938" y="4927599"/>
                  </a:lnTo>
                  <a:lnTo>
                    <a:pt x="5091567" y="4965699"/>
                  </a:lnTo>
                  <a:lnTo>
                    <a:pt x="5096844" y="5016499"/>
                  </a:lnTo>
                  <a:lnTo>
                    <a:pt x="5101771" y="5054599"/>
                  </a:lnTo>
                  <a:lnTo>
                    <a:pt x="5106346" y="5105399"/>
                  </a:lnTo>
                  <a:lnTo>
                    <a:pt x="5110569" y="5143499"/>
                  </a:lnTo>
                  <a:lnTo>
                    <a:pt x="5114439" y="5194299"/>
                  </a:lnTo>
                  <a:lnTo>
                    <a:pt x="5117956" y="5232399"/>
                  </a:lnTo>
                  <a:lnTo>
                    <a:pt x="5121121" y="5283199"/>
                  </a:lnTo>
                  <a:lnTo>
                    <a:pt x="5123931" y="5321299"/>
                  </a:lnTo>
                  <a:lnTo>
                    <a:pt x="5126388" y="5372099"/>
                  </a:lnTo>
                  <a:lnTo>
                    <a:pt x="5128490" y="5410199"/>
                  </a:lnTo>
                  <a:lnTo>
                    <a:pt x="5131630" y="5499099"/>
                  </a:lnTo>
                  <a:lnTo>
                    <a:pt x="5132667" y="5549899"/>
                  </a:lnTo>
                  <a:lnTo>
                    <a:pt x="5133564" y="5626099"/>
                  </a:lnTo>
                  <a:lnTo>
                    <a:pt x="5133589" y="5646973"/>
                  </a:lnTo>
                  <a:lnTo>
                    <a:pt x="0" y="5646973"/>
                  </a:lnTo>
                  <a:lnTo>
                    <a:pt x="0" y="50800"/>
                  </a:lnTo>
                  <a:close/>
                </a:path>
                <a:path w="5133975" h="5647055">
                  <a:moveTo>
                    <a:pt x="0" y="38100"/>
                  </a:moveTo>
                  <a:lnTo>
                    <a:pt x="339766" y="38099"/>
                  </a:lnTo>
                  <a:lnTo>
                    <a:pt x="384635" y="50799"/>
                  </a:lnTo>
                  <a:lnTo>
                    <a:pt x="0" y="50800"/>
                  </a:lnTo>
                  <a:lnTo>
                    <a:pt x="0" y="38100"/>
                  </a:lnTo>
                  <a:close/>
                </a:path>
                <a:path w="5133975" h="5647055">
                  <a:moveTo>
                    <a:pt x="0" y="25400"/>
                  </a:moveTo>
                  <a:lnTo>
                    <a:pt x="249934" y="25399"/>
                  </a:lnTo>
                  <a:lnTo>
                    <a:pt x="294865" y="38099"/>
                  </a:lnTo>
                  <a:lnTo>
                    <a:pt x="0" y="38100"/>
                  </a:lnTo>
                  <a:lnTo>
                    <a:pt x="0" y="25400"/>
                  </a:lnTo>
                  <a:close/>
                </a:path>
                <a:path w="5133975" h="5647055">
                  <a:moveTo>
                    <a:pt x="0" y="12700"/>
                  </a:moveTo>
                  <a:lnTo>
                    <a:pt x="159990" y="12699"/>
                  </a:lnTo>
                  <a:lnTo>
                    <a:pt x="204975" y="25399"/>
                  </a:lnTo>
                  <a:lnTo>
                    <a:pt x="0" y="25400"/>
                  </a:lnTo>
                  <a:lnTo>
                    <a:pt x="0" y="12700"/>
                  </a:lnTo>
                  <a:close/>
                </a:path>
                <a:path w="5133975" h="5647055">
                  <a:moveTo>
                    <a:pt x="0" y="0"/>
                  </a:moveTo>
                  <a:lnTo>
                    <a:pt x="69954" y="0"/>
                  </a:lnTo>
                  <a:lnTo>
                    <a:pt x="114983" y="12699"/>
                  </a:lnTo>
                  <a:lnTo>
                    <a:pt x="0" y="12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322976"/>
              <a:ext cx="5091319" cy="4964023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643302" y="4829"/>
            <a:ext cx="17640300" cy="9868535"/>
            <a:chOff x="643302" y="4829"/>
            <a:chExt cx="17640300" cy="986853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45074" y="9044339"/>
              <a:ext cx="3238499" cy="8286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302" y="4829"/>
              <a:ext cx="17002122" cy="944879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58669" y="9845414"/>
            <a:ext cx="5370830" cy="4102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180" dirty="0">
                <a:latin typeface="Century Gothic"/>
                <a:cs typeface="Century Gothic"/>
              </a:rPr>
              <a:t>IT22060426</a:t>
            </a:r>
            <a:r>
              <a:rPr sz="2500" spc="-55" dirty="0">
                <a:latin typeface="Century Gothic"/>
                <a:cs typeface="Century Gothic"/>
              </a:rPr>
              <a:t> </a:t>
            </a:r>
            <a:r>
              <a:rPr sz="2500" spc="-955" dirty="0">
                <a:latin typeface="Century Gothic"/>
                <a:cs typeface="Century Gothic"/>
              </a:rPr>
              <a:t>|</a:t>
            </a:r>
            <a:r>
              <a:rPr sz="2500" spc="-50" dirty="0">
                <a:latin typeface="Century Gothic"/>
                <a:cs typeface="Century Gothic"/>
              </a:rPr>
              <a:t> </a:t>
            </a:r>
            <a:r>
              <a:rPr sz="2500" spc="-90" dirty="0">
                <a:latin typeface="Century Gothic"/>
                <a:cs typeface="Century Gothic"/>
              </a:rPr>
              <a:t>Gabilan</a:t>
            </a:r>
            <a:r>
              <a:rPr sz="2500" spc="-50" dirty="0">
                <a:latin typeface="Century Gothic"/>
                <a:cs typeface="Century Gothic"/>
              </a:rPr>
              <a:t> </a:t>
            </a:r>
            <a:r>
              <a:rPr sz="2500" spc="-955" dirty="0">
                <a:latin typeface="Century Gothic"/>
                <a:cs typeface="Century Gothic"/>
              </a:rPr>
              <a:t>|</a:t>
            </a:r>
            <a:r>
              <a:rPr sz="2500" spc="-50" dirty="0">
                <a:latin typeface="Century Gothic"/>
                <a:cs typeface="Century Gothic"/>
              </a:rPr>
              <a:t> </a:t>
            </a:r>
            <a:r>
              <a:rPr sz="2500" spc="105" dirty="0">
                <a:latin typeface="Century Gothic"/>
                <a:cs typeface="Century Gothic"/>
              </a:rPr>
              <a:t>R26-</a:t>
            </a:r>
            <a:r>
              <a:rPr sz="2500" spc="180" dirty="0">
                <a:latin typeface="Century Gothic"/>
                <a:cs typeface="Century Gothic"/>
              </a:rPr>
              <a:t>SE-</a:t>
            </a:r>
            <a:r>
              <a:rPr sz="2500" spc="95" dirty="0">
                <a:latin typeface="Century Gothic"/>
                <a:cs typeface="Century Gothic"/>
              </a:rPr>
              <a:t>032</a:t>
            </a:r>
            <a:endParaRPr sz="25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1012" y="336564"/>
            <a:ext cx="17602835" cy="9877425"/>
            <a:chOff x="681012" y="336564"/>
            <a:chExt cx="17602835" cy="9877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012" y="336564"/>
              <a:ext cx="17287874" cy="96107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45075" y="9385150"/>
              <a:ext cx="3238499" cy="82867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694989" y="9896494"/>
            <a:ext cx="38360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0" dirty="0">
                <a:latin typeface="Century"/>
                <a:cs typeface="Century"/>
              </a:rPr>
              <a:t>IT22060426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spc="-85" dirty="0">
                <a:latin typeface="Century"/>
                <a:cs typeface="Century"/>
              </a:rPr>
              <a:t>Gabilan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spc="-5" dirty="0">
                <a:latin typeface="Century"/>
                <a:cs typeface="Century"/>
              </a:rPr>
              <a:t> </a:t>
            </a:r>
            <a:r>
              <a:rPr sz="1900" spc="-90" dirty="0">
                <a:latin typeface="Century"/>
                <a:cs typeface="Century"/>
              </a:rPr>
              <a:t>R26-</a:t>
            </a:r>
            <a:r>
              <a:rPr sz="1900" spc="-150" dirty="0">
                <a:latin typeface="Century"/>
                <a:cs typeface="Century"/>
              </a:rPr>
              <a:t>SE-</a:t>
            </a:r>
            <a:r>
              <a:rPr sz="1900" spc="-25" dirty="0">
                <a:latin typeface="Century"/>
                <a:cs typeface="Century"/>
              </a:rPr>
              <a:t>032</a:t>
            </a:r>
            <a:endParaRPr sz="190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5075" y="9385151"/>
            <a:ext cx="3238499" cy="828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350" y="380000"/>
            <a:ext cx="17449799" cy="76866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26186" y="9650067"/>
            <a:ext cx="38360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0" dirty="0">
                <a:latin typeface="Century"/>
                <a:cs typeface="Century"/>
              </a:rPr>
              <a:t>IT22060426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spc="-85" dirty="0">
                <a:latin typeface="Century"/>
                <a:cs typeface="Century"/>
              </a:rPr>
              <a:t>Gabilan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spc="-5" dirty="0">
                <a:latin typeface="Century"/>
                <a:cs typeface="Century"/>
              </a:rPr>
              <a:t> </a:t>
            </a:r>
            <a:r>
              <a:rPr sz="1900" spc="-90" dirty="0">
                <a:latin typeface="Century"/>
                <a:cs typeface="Century"/>
              </a:rPr>
              <a:t>R26-</a:t>
            </a:r>
            <a:r>
              <a:rPr sz="1900" spc="-150" dirty="0">
                <a:latin typeface="Century"/>
                <a:cs typeface="Century"/>
              </a:rPr>
              <a:t>SE-</a:t>
            </a:r>
            <a:r>
              <a:rPr sz="1900" spc="-25" dirty="0">
                <a:latin typeface="Century"/>
                <a:cs typeface="Century"/>
              </a:rPr>
              <a:t>032</a:t>
            </a:r>
            <a:endParaRPr sz="190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812" y="2965"/>
            <a:ext cx="5131435" cy="10284460"/>
            <a:chOff x="-3812" y="2965"/>
            <a:chExt cx="5131435" cy="102844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699"/>
              <a:ext cx="3690859" cy="102742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12996" y="5598"/>
              <a:ext cx="1714500" cy="10281920"/>
            </a:xfrm>
            <a:custGeom>
              <a:avLst/>
              <a:gdLst/>
              <a:ahLst/>
              <a:cxnLst/>
              <a:rect l="l" t="t" r="r" b="b"/>
              <a:pathLst>
                <a:path w="1714500" h="10281920">
                  <a:moveTo>
                    <a:pt x="12699" y="4058606"/>
                  </a:moveTo>
                  <a:lnTo>
                    <a:pt x="12699" y="6694261"/>
                  </a:lnTo>
                  <a:lnTo>
                    <a:pt x="0" y="6643634"/>
                  </a:lnTo>
                  <a:lnTo>
                    <a:pt x="0" y="4109333"/>
                  </a:lnTo>
                  <a:lnTo>
                    <a:pt x="12699" y="4058606"/>
                  </a:lnTo>
                  <a:close/>
                </a:path>
                <a:path w="1714500" h="10281920">
                  <a:moveTo>
                    <a:pt x="25399" y="3551333"/>
                  </a:moveTo>
                  <a:lnTo>
                    <a:pt x="25399" y="7251152"/>
                  </a:lnTo>
                  <a:lnTo>
                    <a:pt x="12699" y="7200526"/>
                  </a:lnTo>
                  <a:lnTo>
                    <a:pt x="12699" y="3602061"/>
                  </a:lnTo>
                  <a:lnTo>
                    <a:pt x="25399" y="3551333"/>
                  </a:lnTo>
                  <a:close/>
                </a:path>
                <a:path w="1714500" h="10281920">
                  <a:moveTo>
                    <a:pt x="38099" y="3145504"/>
                  </a:moveTo>
                  <a:lnTo>
                    <a:pt x="38099" y="7656153"/>
                  </a:lnTo>
                  <a:lnTo>
                    <a:pt x="25399" y="7605528"/>
                  </a:lnTo>
                  <a:lnTo>
                    <a:pt x="25399" y="3196233"/>
                  </a:lnTo>
                  <a:lnTo>
                    <a:pt x="38099" y="3145504"/>
                  </a:lnTo>
                  <a:close/>
                </a:path>
                <a:path w="1714500" h="10281920">
                  <a:moveTo>
                    <a:pt x="50799" y="2790397"/>
                  </a:moveTo>
                  <a:lnTo>
                    <a:pt x="50799" y="7959899"/>
                  </a:lnTo>
                  <a:lnTo>
                    <a:pt x="38099" y="7909275"/>
                  </a:lnTo>
                  <a:lnTo>
                    <a:pt x="38099" y="2841127"/>
                  </a:lnTo>
                  <a:lnTo>
                    <a:pt x="50799" y="2790397"/>
                  </a:lnTo>
                  <a:close/>
                </a:path>
                <a:path w="1714500" h="10281920">
                  <a:moveTo>
                    <a:pt x="63499" y="2536744"/>
                  </a:moveTo>
                  <a:lnTo>
                    <a:pt x="63499" y="8263640"/>
                  </a:lnTo>
                  <a:lnTo>
                    <a:pt x="50799" y="8213017"/>
                  </a:lnTo>
                  <a:lnTo>
                    <a:pt x="50799" y="2587475"/>
                  </a:lnTo>
                  <a:lnTo>
                    <a:pt x="63499" y="2536744"/>
                  </a:lnTo>
                  <a:close/>
                </a:path>
                <a:path w="1714500" h="10281920">
                  <a:moveTo>
                    <a:pt x="76199" y="2232357"/>
                  </a:moveTo>
                  <a:lnTo>
                    <a:pt x="76199" y="8567377"/>
                  </a:lnTo>
                  <a:lnTo>
                    <a:pt x="63499" y="8516754"/>
                  </a:lnTo>
                  <a:lnTo>
                    <a:pt x="63499" y="2283088"/>
                  </a:lnTo>
                  <a:lnTo>
                    <a:pt x="76199" y="2232357"/>
                  </a:lnTo>
                  <a:close/>
                </a:path>
                <a:path w="1714500" h="10281920">
                  <a:moveTo>
                    <a:pt x="88899" y="1978697"/>
                  </a:moveTo>
                  <a:lnTo>
                    <a:pt x="88899" y="8820487"/>
                  </a:lnTo>
                  <a:lnTo>
                    <a:pt x="76199" y="8769865"/>
                  </a:lnTo>
                  <a:lnTo>
                    <a:pt x="76199" y="2029429"/>
                  </a:lnTo>
                  <a:lnTo>
                    <a:pt x="88899" y="1978697"/>
                  </a:lnTo>
                  <a:close/>
                </a:path>
                <a:path w="1714500" h="10281920">
                  <a:moveTo>
                    <a:pt x="101599" y="1775766"/>
                  </a:moveTo>
                  <a:lnTo>
                    <a:pt x="101599" y="9022973"/>
                  </a:lnTo>
                  <a:lnTo>
                    <a:pt x="88899" y="8972352"/>
                  </a:lnTo>
                  <a:lnTo>
                    <a:pt x="88899" y="1826499"/>
                  </a:lnTo>
                  <a:lnTo>
                    <a:pt x="101599" y="1775766"/>
                  </a:lnTo>
                  <a:close/>
                </a:path>
                <a:path w="1714500" h="10281920">
                  <a:moveTo>
                    <a:pt x="114299" y="1522100"/>
                  </a:moveTo>
                  <a:lnTo>
                    <a:pt x="114299" y="9225457"/>
                  </a:lnTo>
                  <a:lnTo>
                    <a:pt x="101599" y="9174836"/>
                  </a:lnTo>
                  <a:lnTo>
                    <a:pt x="101599" y="1572833"/>
                  </a:lnTo>
                  <a:lnTo>
                    <a:pt x="114299" y="1522100"/>
                  </a:lnTo>
                  <a:close/>
                </a:path>
                <a:path w="1714500" h="10281920">
                  <a:moveTo>
                    <a:pt x="126999" y="1319164"/>
                  </a:moveTo>
                  <a:lnTo>
                    <a:pt x="126999" y="9478559"/>
                  </a:lnTo>
                  <a:lnTo>
                    <a:pt x="114299" y="9427939"/>
                  </a:lnTo>
                  <a:lnTo>
                    <a:pt x="114299" y="1369898"/>
                  </a:lnTo>
                  <a:lnTo>
                    <a:pt x="126999" y="1319164"/>
                  </a:lnTo>
                  <a:close/>
                </a:path>
                <a:path w="1714500" h="10281920">
                  <a:moveTo>
                    <a:pt x="139699" y="1116226"/>
                  </a:moveTo>
                  <a:lnTo>
                    <a:pt x="139699" y="9630419"/>
                  </a:lnTo>
                  <a:lnTo>
                    <a:pt x="126999" y="9579799"/>
                  </a:lnTo>
                  <a:lnTo>
                    <a:pt x="126999" y="1166961"/>
                  </a:lnTo>
                  <a:lnTo>
                    <a:pt x="139699" y="1116226"/>
                  </a:lnTo>
                  <a:close/>
                </a:path>
                <a:path w="1714500" h="10281920">
                  <a:moveTo>
                    <a:pt x="152399" y="964022"/>
                  </a:moveTo>
                  <a:lnTo>
                    <a:pt x="152399" y="9832897"/>
                  </a:lnTo>
                  <a:lnTo>
                    <a:pt x="139699" y="9782277"/>
                  </a:lnTo>
                  <a:lnTo>
                    <a:pt x="139699" y="1014757"/>
                  </a:lnTo>
                  <a:lnTo>
                    <a:pt x="152399" y="964022"/>
                  </a:lnTo>
                  <a:close/>
                </a:path>
                <a:path w="1714500" h="10281920">
                  <a:moveTo>
                    <a:pt x="165099" y="761080"/>
                  </a:moveTo>
                  <a:lnTo>
                    <a:pt x="165099" y="10035372"/>
                  </a:lnTo>
                  <a:lnTo>
                    <a:pt x="152399" y="9984754"/>
                  </a:lnTo>
                  <a:lnTo>
                    <a:pt x="152399" y="811815"/>
                  </a:lnTo>
                  <a:lnTo>
                    <a:pt x="165099" y="761080"/>
                  </a:lnTo>
                  <a:close/>
                </a:path>
                <a:path w="1714500" h="10281920">
                  <a:moveTo>
                    <a:pt x="177799" y="608872"/>
                  </a:moveTo>
                  <a:lnTo>
                    <a:pt x="177799" y="10187228"/>
                  </a:lnTo>
                  <a:lnTo>
                    <a:pt x="165099" y="10136610"/>
                  </a:lnTo>
                  <a:lnTo>
                    <a:pt x="165099" y="659608"/>
                  </a:lnTo>
                  <a:lnTo>
                    <a:pt x="177799" y="608872"/>
                  </a:lnTo>
                  <a:close/>
                </a:path>
                <a:path w="1714500" h="10281920">
                  <a:moveTo>
                    <a:pt x="1447799" y="10274439"/>
                  </a:moveTo>
                  <a:lnTo>
                    <a:pt x="1447799" y="10281401"/>
                  </a:lnTo>
                  <a:lnTo>
                    <a:pt x="177799" y="10281401"/>
                  </a:lnTo>
                  <a:lnTo>
                    <a:pt x="177799" y="507399"/>
                  </a:lnTo>
                  <a:lnTo>
                    <a:pt x="190499" y="456663"/>
                  </a:lnTo>
                  <a:lnTo>
                    <a:pt x="190499" y="304453"/>
                  </a:lnTo>
                  <a:lnTo>
                    <a:pt x="203199" y="253716"/>
                  </a:lnTo>
                  <a:lnTo>
                    <a:pt x="203199" y="152241"/>
                  </a:lnTo>
                  <a:lnTo>
                    <a:pt x="215899" y="101504"/>
                  </a:lnTo>
                  <a:lnTo>
                    <a:pt x="215899" y="28"/>
                  </a:lnTo>
                  <a:lnTo>
                    <a:pt x="419099" y="24"/>
                  </a:lnTo>
                  <a:lnTo>
                    <a:pt x="419099" y="6335705"/>
                  </a:lnTo>
                  <a:lnTo>
                    <a:pt x="431799" y="6372761"/>
                  </a:lnTo>
                  <a:lnTo>
                    <a:pt x="431799" y="6603665"/>
                  </a:lnTo>
                  <a:lnTo>
                    <a:pt x="444499" y="6643562"/>
                  </a:lnTo>
                  <a:lnTo>
                    <a:pt x="444499" y="6765646"/>
                  </a:lnTo>
                  <a:lnTo>
                    <a:pt x="457199" y="6807132"/>
                  </a:lnTo>
                  <a:lnTo>
                    <a:pt x="457199" y="6891283"/>
                  </a:lnTo>
                  <a:lnTo>
                    <a:pt x="469899" y="6933944"/>
                  </a:lnTo>
                  <a:lnTo>
                    <a:pt x="469899" y="7020431"/>
                  </a:lnTo>
                  <a:lnTo>
                    <a:pt x="482599" y="7064253"/>
                  </a:lnTo>
                  <a:lnTo>
                    <a:pt x="482599" y="7108458"/>
                  </a:lnTo>
                  <a:lnTo>
                    <a:pt x="495299" y="7153046"/>
                  </a:lnTo>
                  <a:lnTo>
                    <a:pt x="495299" y="7198014"/>
                  </a:lnTo>
                  <a:lnTo>
                    <a:pt x="507999" y="7243361"/>
                  </a:lnTo>
                  <a:lnTo>
                    <a:pt x="507999" y="7289086"/>
                  </a:lnTo>
                  <a:lnTo>
                    <a:pt x="520699" y="7335186"/>
                  </a:lnTo>
                  <a:lnTo>
                    <a:pt x="520699" y="7381660"/>
                  </a:lnTo>
                  <a:lnTo>
                    <a:pt x="533399" y="7428507"/>
                  </a:lnTo>
                  <a:lnTo>
                    <a:pt x="533399" y="7475725"/>
                  </a:lnTo>
                  <a:lnTo>
                    <a:pt x="558799" y="7571268"/>
                  </a:lnTo>
                  <a:lnTo>
                    <a:pt x="558799" y="7619589"/>
                  </a:lnTo>
                  <a:lnTo>
                    <a:pt x="596899" y="7766734"/>
                  </a:lnTo>
                  <a:lnTo>
                    <a:pt x="596899" y="7816504"/>
                  </a:lnTo>
                  <a:lnTo>
                    <a:pt x="749299" y="8441233"/>
                  </a:lnTo>
                  <a:lnTo>
                    <a:pt x="774699" y="8495536"/>
                  </a:lnTo>
                  <a:lnTo>
                    <a:pt x="812799" y="8660464"/>
                  </a:lnTo>
                  <a:lnTo>
                    <a:pt x="838199" y="8716108"/>
                  </a:lnTo>
                  <a:lnTo>
                    <a:pt x="863599" y="8828388"/>
                  </a:lnTo>
                  <a:lnTo>
                    <a:pt x="888999" y="8885020"/>
                  </a:lnTo>
                  <a:lnTo>
                    <a:pt x="901699" y="8941979"/>
                  </a:lnTo>
                  <a:lnTo>
                    <a:pt x="927099" y="8999263"/>
                  </a:lnTo>
                  <a:lnTo>
                    <a:pt x="939799" y="9056870"/>
                  </a:lnTo>
                  <a:lnTo>
                    <a:pt x="990599" y="9173047"/>
                  </a:lnTo>
                  <a:lnTo>
                    <a:pt x="1003299" y="9231615"/>
                  </a:lnTo>
                  <a:lnTo>
                    <a:pt x="1079499" y="9409211"/>
                  </a:lnTo>
                  <a:lnTo>
                    <a:pt x="1092199" y="9469036"/>
                  </a:lnTo>
                  <a:lnTo>
                    <a:pt x="1295399" y="9958681"/>
                  </a:lnTo>
                  <a:lnTo>
                    <a:pt x="1333499" y="10021244"/>
                  </a:lnTo>
                  <a:lnTo>
                    <a:pt x="1384299" y="10147255"/>
                  </a:lnTo>
                  <a:lnTo>
                    <a:pt x="1422399" y="10210701"/>
                  </a:lnTo>
                  <a:lnTo>
                    <a:pt x="1447799" y="10274439"/>
                  </a:lnTo>
                  <a:close/>
                </a:path>
                <a:path w="1714500" h="10281920">
                  <a:moveTo>
                    <a:pt x="1714499" y="0"/>
                  </a:moveTo>
                  <a:lnTo>
                    <a:pt x="1714499" y="610"/>
                  </a:lnTo>
                  <a:lnTo>
                    <a:pt x="1701799" y="35397"/>
                  </a:lnTo>
                  <a:lnTo>
                    <a:pt x="1676399" y="108088"/>
                  </a:lnTo>
                  <a:lnTo>
                    <a:pt x="1638299" y="221812"/>
                  </a:lnTo>
                  <a:lnTo>
                    <a:pt x="1600199" y="341074"/>
                  </a:lnTo>
                  <a:lnTo>
                    <a:pt x="1549399" y="508536"/>
                  </a:lnTo>
                  <a:lnTo>
                    <a:pt x="1485899" y="731110"/>
                  </a:lnTo>
                  <a:lnTo>
                    <a:pt x="1460499" y="777354"/>
                  </a:lnTo>
                  <a:lnTo>
                    <a:pt x="1447799" y="824167"/>
                  </a:lnTo>
                  <a:lnTo>
                    <a:pt x="1371599" y="1116771"/>
                  </a:lnTo>
                  <a:lnTo>
                    <a:pt x="1346199" y="1167459"/>
                  </a:lnTo>
                  <a:lnTo>
                    <a:pt x="1282699" y="1428912"/>
                  </a:lnTo>
                  <a:lnTo>
                    <a:pt x="1257299" y="1482780"/>
                  </a:lnTo>
                  <a:lnTo>
                    <a:pt x="1193799" y="1759807"/>
                  </a:lnTo>
                  <a:lnTo>
                    <a:pt x="1168399" y="1816725"/>
                  </a:lnTo>
                  <a:lnTo>
                    <a:pt x="1117599" y="2049313"/>
                  </a:lnTo>
                  <a:lnTo>
                    <a:pt x="1092199" y="2108671"/>
                  </a:lnTo>
                  <a:lnTo>
                    <a:pt x="1041399" y="2350842"/>
                  </a:lnTo>
                  <a:lnTo>
                    <a:pt x="1015999" y="2459725"/>
                  </a:lnTo>
                  <a:lnTo>
                    <a:pt x="990599" y="2536599"/>
                  </a:lnTo>
                  <a:lnTo>
                    <a:pt x="977899" y="2616707"/>
                  </a:lnTo>
                  <a:lnTo>
                    <a:pt x="965199" y="2657921"/>
                  </a:lnTo>
                  <a:lnTo>
                    <a:pt x="927099" y="2785958"/>
                  </a:lnTo>
                  <a:lnTo>
                    <a:pt x="927099" y="2830032"/>
                  </a:lnTo>
                  <a:lnTo>
                    <a:pt x="863599" y="3059927"/>
                  </a:lnTo>
                  <a:lnTo>
                    <a:pt x="863599" y="3107665"/>
                  </a:lnTo>
                  <a:lnTo>
                    <a:pt x="774699" y="3455727"/>
                  </a:lnTo>
                  <a:lnTo>
                    <a:pt x="774699" y="3507185"/>
                  </a:lnTo>
                  <a:lnTo>
                    <a:pt x="685799" y="3876623"/>
                  </a:lnTo>
                  <a:lnTo>
                    <a:pt x="685799" y="3930468"/>
                  </a:lnTo>
                  <a:lnTo>
                    <a:pt x="622299" y="4202351"/>
                  </a:lnTo>
                  <a:lnTo>
                    <a:pt x="622299" y="4257113"/>
                  </a:lnTo>
                  <a:lnTo>
                    <a:pt x="584199" y="4421794"/>
                  </a:lnTo>
                  <a:lnTo>
                    <a:pt x="584199" y="4476751"/>
                  </a:lnTo>
                  <a:lnTo>
                    <a:pt x="546099" y="4641515"/>
                  </a:lnTo>
                  <a:lnTo>
                    <a:pt x="546099" y="4696333"/>
                  </a:lnTo>
                  <a:lnTo>
                    <a:pt x="533399" y="4751063"/>
                  </a:lnTo>
                  <a:lnTo>
                    <a:pt x="533399" y="4805687"/>
                  </a:lnTo>
                  <a:lnTo>
                    <a:pt x="507999" y="4914527"/>
                  </a:lnTo>
                  <a:lnTo>
                    <a:pt x="507999" y="4968703"/>
                  </a:lnTo>
                  <a:lnTo>
                    <a:pt x="495299" y="5022688"/>
                  </a:lnTo>
                  <a:lnTo>
                    <a:pt x="495299" y="5076461"/>
                  </a:lnTo>
                  <a:lnTo>
                    <a:pt x="482599" y="5130002"/>
                  </a:lnTo>
                  <a:lnTo>
                    <a:pt x="482599" y="5183289"/>
                  </a:lnTo>
                  <a:lnTo>
                    <a:pt x="469899" y="5236303"/>
                  </a:lnTo>
                  <a:lnTo>
                    <a:pt x="469899" y="5289021"/>
                  </a:lnTo>
                  <a:lnTo>
                    <a:pt x="457199" y="5341424"/>
                  </a:lnTo>
                  <a:lnTo>
                    <a:pt x="457199" y="5393490"/>
                  </a:lnTo>
                  <a:lnTo>
                    <a:pt x="444499" y="5445199"/>
                  </a:lnTo>
                  <a:lnTo>
                    <a:pt x="444499" y="5600451"/>
                  </a:lnTo>
                  <a:lnTo>
                    <a:pt x="431799" y="5627620"/>
                  </a:lnTo>
                  <a:lnTo>
                    <a:pt x="431799" y="5860946"/>
                  </a:lnTo>
                  <a:lnTo>
                    <a:pt x="419099" y="5892084"/>
                  </a:lnTo>
                  <a:lnTo>
                    <a:pt x="419099" y="24"/>
                  </a:lnTo>
                  <a:lnTo>
                    <a:pt x="1714499" y="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0096" y="5627"/>
              <a:ext cx="1490345" cy="10281920"/>
            </a:xfrm>
            <a:custGeom>
              <a:avLst/>
              <a:gdLst/>
              <a:ahLst/>
              <a:cxnLst/>
              <a:rect l="l" t="t" r="r" b="b"/>
              <a:pathLst>
                <a:path w="1490345" h="10281920">
                  <a:moveTo>
                    <a:pt x="1489725" y="0"/>
                  </a:moveTo>
                  <a:lnTo>
                    <a:pt x="1454652" y="66011"/>
                  </a:lnTo>
                  <a:lnTo>
                    <a:pt x="1420197" y="131744"/>
                  </a:lnTo>
                  <a:lnTo>
                    <a:pt x="1386354" y="197196"/>
                  </a:lnTo>
                  <a:lnTo>
                    <a:pt x="1353118" y="262367"/>
                  </a:lnTo>
                  <a:lnTo>
                    <a:pt x="1320483" y="327254"/>
                  </a:lnTo>
                  <a:lnTo>
                    <a:pt x="1288446" y="391856"/>
                  </a:lnTo>
                  <a:lnTo>
                    <a:pt x="1256999" y="456172"/>
                  </a:lnTo>
                  <a:lnTo>
                    <a:pt x="1226140" y="520199"/>
                  </a:lnTo>
                  <a:lnTo>
                    <a:pt x="1195861" y="583936"/>
                  </a:lnTo>
                  <a:lnTo>
                    <a:pt x="1166159" y="647382"/>
                  </a:lnTo>
                  <a:lnTo>
                    <a:pt x="1137027" y="710535"/>
                  </a:lnTo>
                  <a:lnTo>
                    <a:pt x="1108462" y="773394"/>
                  </a:lnTo>
                  <a:lnTo>
                    <a:pt x="1080457" y="835956"/>
                  </a:lnTo>
                  <a:lnTo>
                    <a:pt x="1053007" y="898220"/>
                  </a:lnTo>
                  <a:lnTo>
                    <a:pt x="1026108" y="960185"/>
                  </a:lnTo>
                  <a:lnTo>
                    <a:pt x="999754" y="1021849"/>
                  </a:lnTo>
                  <a:lnTo>
                    <a:pt x="973940" y="1083211"/>
                  </a:lnTo>
                  <a:lnTo>
                    <a:pt x="948661" y="1144268"/>
                  </a:lnTo>
                  <a:lnTo>
                    <a:pt x="923912" y="1205020"/>
                  </a:lnTo>
                  <a:lnTo>
                    <a:pt x="899687" y="1265464"/>
                  </a:lnTo>
                  <a:lnTo>
                    <a:pt x="875982" y="1325600"/>
                  </a:lnTo>
                  <a:lnTo>
                    <a:pt x="852791" y="1385424"/>
                  </a:lnTo>
                  <a:lnTo>
                    <a:pt x="830109" y="1444937"/>
                  </a:lnTo>
                  <a:lnTo>
                    <a:pt x="807932" y="1504136"/>
                  </a:lnTo>
                  <a:lnTo>
                    <a:pt x="786253" y="1563020"/>
                  </a:lnTo>
                  <a:lnTo>
                    <a:pt x="765068" y="1621587"/>
                  </a:lnTo>
                  <a:lnTo>
                    <a:pt x="744371" y="1679836"/>
                  </a:lnTo>
                  <a:lnTo>
                    <a:pt x="724158" y="1737764"/>
                  </a:lnTo>
                  <a:lnTo>
                    <a:pt x="704423" y="1795371"/>
                  </a:lnTo>
                  <a:lnTo>
                    <a:pt x="685161" y="1852654"/>
                  </a:lnTo>
                  <a:lnTo>
                    <a:pt x="666367" y="1909613"/>
                  </a:lnTo>
                  <a:lnTo>
                    <a:pt x="648036" y="1966245"/>
                  </a:lnTo>
                  <a:lnTo>
                    <a:pt x="630163" y="2022550"/>
                  </a:lnTo>
                  <a:lnTo>
                    <a:pt x="612742" y="2078524"/>
                  </a:lnTo>
                  <a:lnTo>
                    <a:pt x="595769" y="2134168"/>
                  </a:lnTo>
                  <a:lnTo>
                    <a:pt x="579237" y="2189479"/>
                  </a:lnTo>
                  <a:lnTo>
                    <a:pt x="563143" y="2244455"/>
                  </a:lnTo>
                  <a:lnTo>
                    <a:pt x="547481" y="2299095"/>
                  </a:lnTo>
                  <a:lnTo>
                    <a:pt x="532246" y="2353398"/>
                  </a:lnTo>
                  <a:lnTo>
                    <a:pt x="517432" y="2407362"/>
                  </a:lnTo>
                  <a:lnTo>
                    <a:pt x="503035" y="2460985"/>
                  </a:lnTo>
                  <a:lnTo>
                    <a:pt x="489049" y="2514265"/>
                  </a:lnTo>
                  <a:lnTo>
                    <a:pt x="475469" y="2567202"/>
                  </a:lnTo>
                  <a:lnTo>
                    <a:pt x="462290" y="2619793"/>
                  </a:lnTo>
                  <a:lnTo>
                    <a:pt x="449507" y="2672037"/>
                  </a:lnTo>
                  <a:lnTo>
                    <a:pt x="437115" y="2723933"/>
                  </a:lnTo>
                  <a:lnTo>
                    <a:pt x="425108" y="2775478"/>
                  </a:lnTo>
                  <a:lnTo>
                    <a:pt x="413482" y="2826671"/>
                  </a:lnTo>
                  <a:lnTo>
                    <a:pt x="402231" y="2877511"/>
                  </a:lnTo>
                  <a:lnTo>
                    <a:pt x="391351" y="2927996"/>
                  </a:lnTo>
                  <a:lnTo>
                    <a:pt x="380835" y="2978124"/>
                  </a:lnTo>
                  <a:lnTo>
                    <a:pt x="370679" y="3027894"/>
                  </a:lnTo>
                  <a:lnTo>
                    <a:pt x="360878" y="3077304"/>
                  </a:lnTo>
                  <a:lnTo>
                    <a:pt x="351426" y="3126353"/>
                  </a:lnTo>
                  <a:lnTo>
                    <a:pt x="342319" y="3175038"/>
                  </a:lnTo>
                  <a:lnTo>
                    <a:pt x="333551" y="3223360"/>
                  </a:lnTo>
                  <a:lnTo>
                    <a:pt x="325117" y="3271314"/>
                  </a:lnTo>
                  <a:lnTo>
                    <a:pt x="317012" y="3318901"/>
                  </a:lnTo>
                  <a:lnTo>
                    <a:pt x="309231" y="3366119"/>
                  </a:lnTo>
                  <a:lnTo>
                    <a:pt x="301768" y="3412966"/>
                  </a:lnTo>
                  <a:lnTo>
                    <a:pt x="294619" y="3459440"/>
                  </a:lnTo>
                  <a:lnTo>
                    <a:pt x="287778" y="3505540"/>
                  </a:lnTo>
                  <a:lnTo>
                    <a:pt x="281241" y="3551265"/>
                  </a:lnTo>
                  <a:lnTo>
                    <a:pt x="275001" y="3596612"/>
                  </a:lnTo>
                  <a:lnTo>
                    <a:pt x="269055" y="3641580"/>
                  </a:lnTo>
                  <a:lnTo>
                    <a:pt x="263396" y="3686167"/>
                  </a:lnTo>
                  <a:lnTo>
                    <a:pt x="258020" y="3730373"/>
                  </a:lnTo>
                  <a:lnTo>
                    <a:pt x="252921" y="3774195"/>
                  </a:lnTo>
                  <a:lnTo>
                    <a:pt x="248095" y="3817631"/>
                  </a:lnTo>
                  <a:lnTo>
                    <a:pt x="243536" y="3860681"/>
                  </a:lnTo>
                  <a:lnTo>
                    <a:pt x="239238" y="3903342"/>
                  </a:lnTo>
                  <a:lnTo>
                    <a:pt x="235198" y="3945614"/>
                  </a:lnTo>
                  <a:lnTo>
                    <a:pt x="231409" y="3987493"/>
                  </a:lnTo>
                  <a:lnTo>
                    <a:pt x="227867" y="4028979"/>
                  </a:lnTo>
                  <a:lnTo>
                    <a:pt x="224567" y="4070071"/>
                  </a:lnTo>
                  <a:lnTo>
                    <a:pt x="221502" y="4110766"/>
                  </a:lnTo>
                  <a:lnTo>
                    <a:pt x="218669" y="4151063"/>
                  </a:lnTo>
                  <a:lnTo>
                    <a:pt x="216061" y="4190961"/>
                  </a:lnTo>
                  <a:lnTo>
                    <a:pt x="213675" y="4230457"/>
                  </a:lnTo>
                  <a:lnTo>
                    <a:pt x="211504" y="4269551"/>
                  </a:lnTo>
                  <a:lnTo>
                    <a:pt x="209544" y="4308240"/>
                  </a:lnTo>
                  <a:lnTo>
                    <a:pt x="207789" y="4346523"/>
                  </a:lnTo>
                  <a:lnTo>
                    <a:pt x="204874" y="4421865"/>
                  </a:lnTo>
                  <a:lnTo>
                    <a:pt x="202720" y="4495565"/>
                  </a:lnTo>
                  <a:lnTo>
                    <a:pt x="201283" y="4567608"/>
                  </a:lnTo>
                  <a:lnTo>
                    <a:pt x="200525" y="4637984"/>
                  </a:lnTo>
                  <a:lnTo>
                    <a:pt x="200386" y="4672542"/>
                  </a:lnTo>
                  <a:lnTo>
                    <a:pt x="200402" y="4706678"/>
                  </a:lnTo>
                  <a:lnTo>
                    <a:pt x="200874" y="4773678"/>
                  </a:lnTo>
                  <a:lnTo>
                    <a:pt x="201900" y="4838972"/>
                  </a:lnTo>
                  <a:lnTo>
                    <a:pt x="203438" y="4902547"/>
                  </a:lnTo>
                  <a:lnTo>
                    <a:pt x="205448" y="4964389"/>
                  </a:lnTo>
                  <a:lnTo>
                    <a:pt x="207888" y="5024487"/>
                  </a:lnTo>
                  <a:lnTo>
                    <a:pt x="210717" y="5082828"/>
                  </a:lnTo>
                  <a:lnTo>
                    <a:pt x="213894" y="5139398"/>
                  </a:lnTo>
                  <a:lnTo>
                    <a:pt x="217377" y="5194185"/>
                  </a:lnTo>
                  <a:lnTo>
                    <a:pt x="221126" y="5247177"/>
                  </a:lnTo>
                  <a:lnTo>
                    <a:pt x="225076" y="5298109"/>
                  </a:lnTo>
                  <a:lnTo>
                    <a:pt x="229388" y="5349439"/>
                  </a:lnTo>
                  <a:lnTo>
                    <a:pt x="234053" y="5401148"/>
                  </a:lnTo>
                  <a:lnTo>
                    <a:pt x="239061" y="5453214"/>
                  </a:lnTo>
                  <a:lnTo>
                    <a:pt x="244402" y="5505617"/>
                  </a:lnTo>
                  <a:lnTo>
                    <a:pt x="250069" y="5558335"/>
                  </a:lnTo>
                  <a:lnTo>
                    <a:pt x="256051" y="5611349"/>
                  </a:lnTo>
                  <a:lnTo>
                    <a:pt x="262339" y="5664636"/>
                  </a:lnTo>
                  <a:lnTo>
                    <a:pt x="268924" y="5718177"/>
                  </a:lnTo>
                  <a:lnTo>
                    <a:pt x="275797" y="5771950"/>
                  </a:lnTo>
                  <a:lnTo>
                    <a:pt x="282947" y="5825935"/>
                  </a:lnTo>
                  <a:lnTo>
                    <a:pt x="290367" y="5880111"/>
                  </a:lnTo>
                  <a:lnTo>
                    <a:pt x="298047" y="5934456"/>
                  </a:lnTo>
                  <a:lnTo>
                    <a:pt x="305977" y="5988951"/>
                  </a:lnTo>
                  <a:lnTo>
                    <a:pt x="314148" y="6043575"/>
                  </a:lnTo>
                  <a:lnTo>
                    <a:pt x="322552" y="6098306"/>
                  </a:lnTo>
                  <a:lnTo>
                    <a:pt x="331178" y="6153123"/>
                  </a:lnTo>
                  <a:lnTo>
                    <a:pt x="340017" y="6208007"/>
                  </a:lnTo>
                  <a:lnTo>
                    <a:pt x="349060" y="6262935"/>
                  </a:lnTo>
                  <a:lnTo>
                    <a:pt x="358299" y="6317888"/>
                  </a:lnTo>
                  <a:lnTo>
                    <a:pt x="367722" y="6372845"/>
                  </a:lnTo>
                  <a:lnTo>
                    <a:pt x="377322" y="6427784"/>
                  </a:lnTo>
                  <a:lnTo>
                    <a:pt x="387089" y="6482684"/>
                  </a:lnTo>
                  <a:lnTo>
                    <a:pt x="397014" y="6537526"/>
                  </a:lnTo>
                  <a:lnTo>
                    <a:pt x="407087" y="6592288"/>
                  </a:lnTo>
                  <a:lnTo>
                    <a:pt x="417300" y="6646950"/>
                  </a:lnTo>
                  <a:lnTo>
                    <a:pt x="427642" y="6701489"/>
                  </a:lnTo>
                  <a:lnTo>
                    <a:pt x="438104" y="6755887"/>
                  </a:lnTo>
                  <a:lnTo>
                    <a:pt x="448679" y="6810122"/>
                  </a:lnTo>
                  <a:lnTo>
                    <a:pt x="459355" y="6864172"/>
                  </a:lnTo>
                  <a:lnTo>
                    <a:pt x="470124" y="6918018"/>
                  </a:lnTo>
                  <a:lnTo>
                    <a:pt x="480976" y="6971639"/>
                  </a:lnTo>
                  <a:lnTo>
                    <a:pt x="491903" y="7025013"/>
                  </a:lnTo>
                  <a:lnTo>
                    <a:pt x="502894" y="7078120"/>
                  </a:lnTo>
                  <a:lnTo>
                    <a:pt x="513941" y="7130938"/>
                  </a:lnTo>
                  <a:lnTo>
                    <a:pt x="525035" y="7183448"/>
                  </a:lnTo>
                  <a:lnTo>
                    <a:pt x="536166" y="7235629"/>
                  </a:lnTo>
                  <a:lnTo>
                    <a:pt x="547324" y="7287459"/>
                  </a:lnTo>
                  <a:lnTo>
                    <a:pt x="558501" y="7338917"/>
                  </a:lnTo>
                  <a:lnTo>
                    <a:pt x="569688" y="7389984"/>
                  </a:lnTo>
                  <a:lnTo>
                    <a:pt x="580874" y="7440638"/>
                  </a:lnTo>
                  <a:lnTo>
                    <a:pt x="592051" y="7490858"/>
                  </a:lnTo>
                  <a:lnTo>
                    <a:pt x="603209" y="7540623"/>
                  </a:lnTo>
                  <a:lnTo>
                    <a:pt x="614340" y="7589913"/>
                  </a:lnTo>
                  <a:lnTo>
                    <a:pt x="625434" y="7638707"/>
                  </a:lnTo>
                  <a:lnTo>
                    <a:pt x="636481" y="7686983"/>
                  </a:lnTo>
                  <a:lnTo>
                    <a:pt x="647472" y="7734722"/>
                  </a:lnTo>
                  <a:lnTo>
                    <a:pt x="658399" y="7781903"/>
                  </a:lnTo>
                  <a:lnTo>
                    <a:pt x="680020" y="7874504"/>
                  </a:lnTo>
                  <a:lnTo>
                    <a:pt x="701270" y="7964621"/>
                  </a:lnTo>
                  <a:lnTo>
                    <a:pt x="722075" y="8052087"/>
                  </a:lnTo>
                  <a:lnTo>
                    <a:pt x="742360" y="8136736"/>
                  </a:lnTo>
                  <a:lnTo>
                    <a:pt x="771651" y="8258062"/>
                  </a:lnTo>
                  <a:lnTo>
                    <a:pt x="816820" y="8443824"/>
                  </a:lnTo>
                  <a:lnTo>
                    <a:pt x="831818" y="8505070"/>
                  </a:lnTo>
                  <a:lnTo>
                    <a:pt x="846832" y="8565850"/>
                  </a:lnTo>
                  <a:lnTo>
                    <a:pt x="861860" y="8626160"/>
                  </a:lnTo>
                  <a:lnTo>
                    <a:pt x="876897" y="8685996"/>
                  </a:lnTo>
                  <a:lnTo>
                    <a:pt x="891940" y="8745354"/>
                  </a:lnTo>
                  <a:lnTo>
                    <a:pt x="906985" y="8804232"/>
                  </a:lnTo>
                  <a:lnTo>
                    <a:pt x="922027" y="8862625"/>
                  </a:lnTo>
                  <a:lnTo>
                    <a:pt x="937064" y="8920529"/>
                  </a:lnTo>
                  <a:lnTo>
                    <a:pt x="952090" y="8977942"/>
                  </a:lnTo>
                  <a:lnTo>
                    <a:pt x="967103" y="9034859"/>
                  </a:lnTo>
                  <a:lnTo>
                    <a:pt x="982099" y="9091278"/>
                  </a:lnTo>
                  <a:lnTo>
                    <a:pt x="997073" y="9147193"/>
                  </a:lnTo>
                  <a:lnTo>
                    <a:pt x="1012022" y="9202602"/>
                  </a:lnTo>
                  <a:lnTo>
                    <a:pt x="1026943" y="9257501"/>
                  </a:lnTo>
                  <a:lnTo>
                    <a:pt x="1041830" y="9311886"/>
                  </a:lnTo>
                  <a:lnTo>
                    <a:pt x="1056681" y="9365754"/>
                  </a:lnTo>
                  <a:lnTo>
                    <a:pt x="1071491" y="9419102"/>
                  </a:lnTo>
                  <a:lnTo>
                    <a:pt x="1086257" y="9471924"/>
                  </a:lnTo>
                  <a:lnTo>
                    <a:pt x="1100975" y="9524218"/>
                  </a:lnTo>
                  <a:lnTo>
                    <a:pt x="1115641" y="9575981"/>
                  </a:lnTo>
                  <a:lnTo>
                    <a:pt x="1130251" y="9627208"/>
                  </a:lnTo>
                  <a:lnTo>
                    <a:pt x="1144802" y="9677896"/>
                  </a:lnTo>
                  <a:lnTo>
                    <a:pt x="1159289" y="9728041"/>
                  </a:lnTo>
                  <a:lnTo>
                    <a:pt x="1173708" y="9777640"/>
                  </a:lnTo>
                  <a:lnTo>
                    <a:pt x="1188057" y="9826689"/>
                  </a:lnTo>
                  <a:lnTo>
                    <a:pt x="1202330" y="9875184"/>
                  </a:lnTo>
                  <a:lnTo>
                    <a:pt x="1216525" y="9923123"/>
                  </a:lnTo>
                  <a:lnTo>
                    <a:pt x="1230637" y="9970500"/>
                  </a:lnTo>
                  <a:lnTo>
                    <a:pt x="1244662" y="10017312"/>
                  </a:lnTo>
                  <a:lnTo>
                    <a:pt x="1258598" y="10063557"/>
                  </a:lnTo>
                  <a:lnTo>
                    <a:pt x="1272439" y="10109230"/>
                  </a:lnTo>
                  <a:lnTo>
                    <a:pt x="1286182" y="10154327"/>
                  </a:lnTo>
                  <a:lnTo>
                    <a:pt x="1299823" y="10198846"/>
                  </a:lnTo>
                  <a:lnTo>
                    <a:pt x="1313358" y="10242781"/>
                  </a:lnTo>
                  <a:lnTo>
                    <a:pt x="1325310" y="10281372"/>
                  </a:lnTo>
                  <a:lnTo>
                    <a:pt x="5084" y="10281372"/>
                  </a:lnTo>
                  <a:lnTo>
                    <a:pt x="10420" y="9677027"/>
                  </a:lnTo>
                  <a:lnTo>
                    <a:pt x="15089" y="9067429"/>
                  </a:lnTo>
                  <a:lnTo>
                    <a:pt x="19041" y="8457838"/>
                  </a:lnTo>
                  <a:lnTo>
                    <a:pt x="22277" y="7848252"/>
                  </a:lnTo>
                  <a:lnTo>
                    <a:pt x="24797" y="7238673"/>
                  </a:lnTo>
                  <a:lnTo>
                    <a:pt x="26600" y="6629100"/>
                  </a:lnTo>
                  <a:lnTo>
                    <a:pt x="27687" y="6019532"/>
                  </a:lnTo>
                  <a:lnTo>
                    <a:pt x="28057" y="5409971"/>
                  </a:lnTo>
                  <a:lnTo>
                    <a:pt x="27710" y="4798656"/>
                  </a:lnTo>
                  <a:lnTo>
                    <a:pt x="26640" y="4186081"/>
                  </a:lnTo>
                  <a:lnTo>
                    <a:pt x="24848" y="3573500"/>
                  </a:lnTo>
                  <a:lnTo>
                    <a:pt x="22334" y="2960914"/>
                  </a:lnTo>
                  <a:lnTo>
                    <a:pt x="19097" y="2348322"/>
                  </a:lnTo>
                  <a:lnTo>
                    <a:pt x="15138" y="1735724"/>
                  </a:lnTo>
                  <a:lnTo>
                    <a:pt x="10457" y="1123121"/>
                  </a:lnTo>
                  <a:lnTo>
                    <a:pt x="5054" y="510511"/>
                  </a:lnTo>
                  <a:lnTo>
                    <a:pt x="0" y="0"/>
                  </a:lnTo>
                  <a:lnTo>
                    <a:pt x="1489725" y="0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15455" y="5626"/>
              <a:ext cx="1490345" cy="10281920"/>
            </a:xfrm>
            <a:custGeom>
              <a:avLst/>
              <a:gdLst/>
              <a:ahLst/>
              <a:cxnLst/>
              <a:rect l="l" t="t" r="r" b="b"/>
              <a:pathLst>
                <a:path w="1490345" h="10281920">
                  <a:moveTo>
                    <a:pt x="1489811" y="0"/>
                  </a:moveTo>
                  <a:lnTo>
                    <a:pt x="1467158" y="65357"/>
                  </a:lnTo>
                  <a:lnTo>
                    <a:pt x="1444446" y="131695"/>
                  </a:lnTo>
                  <a:lnTo>
                    <a:pt x="1421690" y="199006"/>
                  </a:lnTo>
                  <a:lnTo>
                    <a:pt x="1398904" y="267284"/>
                  </a:lnTo>
                  <a:lnTo>
                    <a:pt x="1376103" y="336522"/>
                  </a:lnTo>
                  <a:lnTo>
                    <a:pt x="1353302" y="406714"/>
                  </a:lnTo>
                  <a:lnTo>
                    <a:pt x="1330515" y="477851"/>
                  </a:lnTo>
                  <a:lnTo>
                    <a:pt x="1307757" y="549929"/>
                  </a:lnTo>
                  <a:lnTo>
                    <a:pt x="1296394" y="586317"/>
                  </a:lnTo>
                  <a:lnTo>
                    <a:pt x="1285043" y="622938"/>
                  </a:lnTo>
                  <a:lnTo>
                    <a:pt x="1273707" y="659791"/>
                  </a:lnTo>
                  <a:lnTo>
                    <a:pt x="1262387" y="696874"/>
                  </a:lnTo>
                  <a:lnTo>
                    <a:pt x="1251086" y="734187"/>
                  </a:lnTo>
                  <a:lnTo>
                    <a:pt x="1239804" y="771729"/>
                  </a:lnTo>
                  <a:lnTo>
                    <a:pt x="1228545" y="809499"/>
                  </a:lnTo>
                  <a:lnTo>
                    <a:pt x="1217310" y="847496"/>
                  </a:lnTo>
                  <a:lnTo>
                    <a:pt x="1206100" y="885720"/>
                  </a:lnTo>
                  <a:lnTo>
                    <a:pt x="1194917" y="924168"/>
                  </a:lnTo>
                  <a:lnTo>
                    <a:pt x="1183764" y="962842"/>
                  </a:lnTo>
                  <a:lnTo>
                    <a:pt x="1172642" y="1001739"/>
                  </a:lnTo>
                  <a:lnTo>
                    <a:pt x="1161553" y="1040860"/>
                  </a:lnTo>
                  <a:lnTo>
                    <a:pt x="1150499" y="1080202"/>
                  </a:lnTo>
                  <a:lnTo>
                    <a:pt x="1139482" y="1119766"/>
                  </a:lnTo>
                  <a:lnTo>
                    <a:pt x="1128503" y="1159550"/>
                  </a:lnTo>
                  <a:lnTo>
                    <a:pt x="1117564" y="1199553"/>
                  </a:lnTo>
                  <a:lnTo>
                    <a:pt x="1106667" y="1239776"/>
                  </a:lnTo>
                  <a:lnTo>
                    <a:pt x="1095815" y="1280216"/>
                  </a:lnTo>
                  <a:lnTo>
                    <a:pt x="1085008" y="1320873"/>
                  </a:lnTo>
                  <a:lnTo>
                    <a:pt x="1074249" y="1361746"/>
                  </a:lnTo>
                  <a:lnTo>
                    <a:pt x="1063540" y="1402834"/>
                  </a:lnTo>
                  <a:lnTo>
                    <a:pt x="1052881" y="1444137"/>
                  </a:lnTo>
                  <a:lnTo>
                    <a:pt x="1042277" y="1485653"/>
                  </a:lnTo>
                  <a:lnTo>
                    <a:pt x="1031727" y="1527382"/>
                  </a:lnTo>
                  <a:lnTo>
                    <a:pt x="1021233" y="1569323"/>
                  </a:lnTo>
                  <a:lnTo>
                    <a:pt x="1010799" y="1611475"/>
                  </a:lnTo>
                  <a:lnTo>
                    <a:pt x="1000425" y="1653837"/>
                  </a:lnTo>
                  <a:lnTo>
                    <a:pt x="990114" y="1696408"/>
                  </a:lnTo>
                  <a:lnTo>
                    <a:pt x="979866" y="1739188"/>
                  </a:lnTo>
                  <a:lnTo>
                    <a:pt x="969685" y="1782175"/>
                  </a:lnTo>
                  <a:lnTo>
                    <a:pt x="959572" y="1825369"/>
                  </a:lnTo>
                  <a:lnTo>
                    <a:pt x="949528" y="1868769"/>
                  </a:lnTo>
                  <a:lnTo>
                    <a:pt x="939556" y="1912374"/>
                  </a:lnTo>
                  <a:lnTo>
                    <a:pt x="929657" y="1956183"/>
                  </a:lnTo>
                  <a:lnTo>
                    <a:pt x="919834" y="2000196"/>
                  </a:lnTo>
                  <a:lnTo>
                    <a:pt x="910088" y="2044411"/>
                  </a:lnTo>
                  <a:lnTo>
                    <a:pt x="900420" y="2088827"/>
                  </a:lnTo>
                  <a:lnTo>
                    <a:pt x="890833" y="2133444"/>
                  </a:lnTo>
                  <a:lnTo>
                    <a:pt x="881329" y="2178261"/>
                  </a:lnTo>
                  <a:lnTo>
                    <a:pt x="871910" y="2223278"/>
                  </a:lnTo>
                  <a:lnTo>
                    <a:pt x="862576" y="2268492"/>
                  </a:lnTo>
                  <a:lnTo>
                    <a:pt x="853331" y="2313904"/>
                  </a:lnTo>
                  <a:lnTo>
                    <a:pt x="844175" y="2359512"/>
                  </a:lnTo>
                  <a:lnTo>
                    <a:pt x="835111" y="2405316"/>
                  </a:lnTo>
                  <a:lnTo>
                    <a:pt x="826141" y="2451315"/>
                  </a:lnTo>
                  <a:lnTo>
                    <a:pt x="817267" y="2497507"/>
                  </a:lnTo>
                  <a:lnTo>
                    <a:pt x="808489" y="2543893"/>
                  </a:lnTo>
                  <a:lnTo>
                    <a:pt x="799811" y="2590471"/>
                  </a:lnTo>
                  <a:lnTo>
                    <a:pt x="791234" y="2637240"/>
                  </a:lnTo>
                  <a:lnTo>
                    <a:pt x="782759" y="2684200"/>
                  </a:lnTo>
                  <a:lnTo>
                    <a:pt x="774389" y="2731349"/>
                  </a:lnTo>
                  <a:lnTo>
                    <a:pt x="766126" y="2778687"/>
                  </a:lnTo>
                  <a:lnTo>
                    <a:pt x="757971" y="2826214"/>
                  </a:lnTo>
                  <a:lnTo>
                    <a:pt x="749925" y="2873927"/>
                  </a:lnTo>
                  <a:lnTo>
                    <a:pt x="741992" y="2921827"/>
                  </a:lnTo>
                  <a:lnTo>
                    <a:pt x="734173" y="2969912"/>
                  </a:lnTo>
                  <a:lnTo>
                    <a:pt x="726470" y="3018181"/>
                  </a:lnTo>
                  <a:lnTo>
                    <a:pt x="718883" y="3066634"/>
                  </a:lnTo>
                  <a:lnTo>
                    <a:pt x="711417" y="3115270"/>
                  </a:lnTo>
                  <a:lnTo>
                    <a:pt x="704071" y="3164089"/>
                  </a:lnTo>
                  <a:lnTo>
                    <a:pt x="696848" y="3213088"/>
                  </a:lnTo>
                  <a:lnTo>
                    <a:pt x="689751" y="3262267"/>
                  </a:lnTo>
                  <a:lnTo>
                    <a:pt x="682779" y="3311626"/>
                  </a:lnTo>
                  <a:lnTo>
                    <a:pt x="675937" y="3361164"/>
                  </a:lnTo>
                  <a:lnTo>
                    <a:pt x="669224" y="3410879"/>
                  </a:lnTo>
                  <a:lnTo>
                    <a:pt x="662644" y="3460771"/>
                  </a:lnTo>
                  <a:lnTo>
                    <a:pt x="656198" y="3510839"/>
                  </a:lnTo>
                  <a:lnTo>
                    <a:pt x="649888" y="3561082"/>
                  </a:lnTo>
                  <a:lnTo>
                    <a:pt x="643715" y="3611500"/>
                  </a:lnTo>
                  <a:lnTo>
                    <a:pt x="637682" y="3662091"/>
                  </a:lnTo>
                  <a:lnTo>
                    <a:pt x="631791" y="3712854"/>
                  </a:lnTo>
                  <a:lnTo>
                    <a:pt x="626042" y="3763790"/>
                  </a:lnTo>
                  <a:lnTo>
                    <a:pt x="620439" y="3814896"/>
                  </a:lnTo>
                  <a:lnTo>
                    <a:pt x="614982" y="3866173"/>
                  </a:lnTo>
                  <a:lnTo>
                    <a:pt x="609674" y="3917618"/>
                  </a:lnTo>
                  <a:lnTo>
                    <a:pt x="604517" y="3969232"/>
                  </a:lnTo>
                  <a:lnTo>
                    <a:pt x="599512" y="4021013"/>
                  </a:lnTo>
                  <a:lnTo>
                    <a:pt x="594661" y="4072961"/>
                  </a:lnTo>
                  <a:lnTo>
                    <a:pt x="589967" y="4125075"/>
                  </a:lnTo>
                  <a:lnTo>
                    <a:pt x="585430" y="4177354"/>
                  </a:lnTo>
                  <a:lnTo>
                    <a:pt x="581053" y="4229796"/>
                  </a:lnTo>
                  <a:lnTo>
                    <a:pt x="576838" y="4282402"/>
                  </a:lnTo>
                  <a:lnTo>
                    <a:pt x="572785" y="4335171"/>
                  </a:lnTo>
                  <a:lnTo>
                    <a:pt x="568899" y="4388101"/>
                  </a:lnTo>
                  <a:lnTo>
                    <a:pt x="565179" y="4441191"/>
                  </a:lnTo>
                  <a:lnTo>
                    <a:pt x="561628" y="4494442"/>
                  </a:lnTo>
                  <a:lnTo>
                    <a:pt x="558248" y="4547851"/>
                  </a:lnTo>
                  <a:lnTo>
                    <a:pt x="555041" y="4601418"/>
                  </a:lnTo>
                  <a:lnTo>
                    <a:pt x="552008" y="4655143"/>
                  </a:lnTo>
                  <a:lnTo>
                    <a:pt x="549151" y="4709024"/>
                  </a:lnTo>
                  <a:lnTo>
                    <a:pt x="546472" y="4763061"/>
                  </a:lnTo>
                  <a:lnTo>
                    <a:pt x="543974" y="4817252"/>
                  </a:lnTo>
                  <a:lnTo>
                    <a:pt x="541657" y="4871597"/>
                  </a:lnTo>
                  <a:lnTo>
                    <a:pt x="539524" y="4926095"/>
                  </a:lnTo>
                  <a:lnTo>
                    <a:pt x="537576" y="4980745"/>
                  </a:lnTo>
                  <a:lnTo>
                    <a:pt x="535815" y="5035547"/>
                  </a:lnTo>
                  <a:lnTo>
                    <a:pt x="534244" y="5090499"/>
                  </a:lnTo>
                  <a:lnTo>
                    <a:pt x="532863" y="5145600"/>
                  </a:lnTo>
                  <a:lnTo>
                    <a:pt x="531676" y="5200851"/>
                  </a:lnTo>
                  <a:lnTo>
                    <a:pt x="530683" y="5256249"/>
                  </a:lnTo>
                  <a:lnTo>
                    <a:pt x="529886" y="5311794"/>
                  </a:lnTo>
                  <a:lnTo>
                    <a:pt x="529288" y="5367485"/>
                  </a:lnTo>
                  <a:lnTo>
                    <a:pt x="528890" y="5423322"/>
                  </a:lnTo>
                  <a:lnTo>
                    <a:pt x="528694" y="5479303"/>
                  </a:lnTo>
                  <a:lnTo>
                    <a:pt x="528702" y="5535427"/>
                  </a:lnTo>
                  <a:lnTo>
                    <a:pt x="528915" y="5591695"/>
                  </a:lnTo>
                  <a:lnTo>
                    <a:pt x="529336" y="5648104"/>
                  </a:lnTo>
                  <a:lnTo>
                    <a:pt x="529966" y="5704654"/>
                  </a:lnTo>
                  <a:lnTo>
                    <a:pt x="530807" y="5761345"/>
                  </a:lnTo>
                  <a:lnTo>
                    <a:pt x="531862" y="5818175"/>
                  </a:lnTo>
                  <a:lnTo>
                    <a:pt x="533131" y="5875143"/>
                  </a:lnTo>
                  <a:lnTo>
                    <a:pt x="534617" y="5932249"/>
                  </a:lnTo>
                  <a:lnTo>
                    <a:pt x="536322" y="5989492"/>
                  </a:lnTo>
                  <a:lnTo>
                    <a:pt x="538246" y="6046870"/>
                  </a:lnTo>
                  <a:lnTo>
                    <a:pt x="540393" y="6104384"/>
                  </a:lnTo>
                  <a:lnTo>
                    <a:pt x="542764" y="6162032"/>
                  </a:lnTo>
                  <a:lnTo>
                    <a:pt x="545361" y="6219813"/>
                  </a:lnTo>
                  <a:lnTo>
                    <a:pt x="548186" y="6277727"/>
                  </a:lnTo>
                  <a:lnTo>
                    <a:pt x="551240" y="6335773"/>
                  </a:lnTo>
                  <a:lnTo>
                    <a:pt x="554526" y="6393949"/>
                  </a:lnTo>
                  <a:lnTo>
                    <a:pt x="558044" y="6452255"/>
                  </a:lnTo>
                  <a:lnTo>
                    <a:pt x="561798" y="6510691"/>
                  </a:lnTo>
                  <a:lnTo>
                    <a:pt x="565789" y="6569254"/>
                  </a:lnTo>
                  <a:lnTo>
                    <a:pt x="570018" y="6627945"/>
                  </a:lnTo>
                  <a:lnTo>
                    <a:pt x="574488" y="6686763"/>
                  </a:lnTo>
                  <a:lnTo>
                    <a:pt x="579201" y="6745706"/>
                  </a:lnTo>
                  <a:lnTo>
                    <a:pt x="584157" y="6804774"/>
                  </a:lnTo>
                  <a:lnTo>
                    <a:pt x="589360" y="6863966"/>
                  </a:lnTo>
                  <a:lnTo>
                    <a:pt x="594811" y="6923281"/>
                  </a:lnTo>
                  <a:lnTo>
                    <a:pt x="600511" y="6982718"/>
                  </a:lnTo>
                  <a:lnTo>
                    <a:pt x="606463" y="7042277"/>
                  </a:lnTo>
                  <a:lnTo>
                    <a:pt x="612668" y="7101957"/>
                  </a:lnTo>
                  <a:lnTo>
                    <a:pt x="619129" y="7161756"/>
                  </a:lnTo>
                  <a:lnTo>
                    <a:pt x="625847" y="7221674"/>
                  </a:lnTo>
                  <a:lnTo>
                    <a:pt x="632823" y="7281710"/>
                  </a:lnTo>
                  <a:lnTo>
                    <a:pt x="640061" y="7341863"/>
                  </a:lnTo>
                  <a:lnTo>
                    <a:pt x="647561" y="7402132"/>
                  </a:lnTo>
                  <a:lnTo>
                    <a:pt x="655325" y="7462517"/>
                  </a:lnTo>
                  <a:lnTo>
                    <a:pt x="663356" y="7523017"/>
                  </a:lnTo>
                  <a:lnTo>
                    <a:pt x="671655" y="7583630"/>
                  </a:lnTo>
                  <a:lnTo>
                    <a:pt x="680224" y="7644356"/>
                  </a:lnTo>
                  <a:lnTo>
                    <a:pt x="689065" y="7705194"/>
                  </a:lnTo>
                  <a:lnTo>
                    <a:pt x="698179" y="7766144"/>
                  </a:lnTo>
                  <a:lnTo>
                    <a:pt x="707569" y="7827203"/>
                  </a:lnTo>
                  <a:lnTo>
                    <a:pt x="717236" y="7888373"/>
                  </a:lnTo>
                  <a:lnTo>
                    <a:pt x="727182" y="7949650"/>
                  </a:lnTo>
                  <a:lnTo>
                    <a:pt x="737409" y="8011036"/>
                  </a:lnTo>
                  <a:lnTo>
                    <a:pt x="747919" y="8072528"/>
                  </a:lnTo>
                  <a:lnTo>
                    <a:pt x="758714" y="8134127"/>
                  </a:lnTo>
                  <a:lnTo>
                    <a:pt x="769795" y="8195831"/>
                  </a:lnTo>
                  <a:lnTo>
                    <a:pt x="781164" y="8257639"/>
                  </a:lnTo>
                  <a:lnTo>
                    <a:pt x="792824" y="8319550"/>
                  </a:lnTo>
                  <a:lnTo>
                    <a:pt x="804776" y="8381565"/>
                  </a:lnTo>
                  <a:lnTo>
                    <a:pt x="817021" y="8443681"/>
                  </a:lnTo>
                  <a:lnTo>
                    <a:pt x="827110" y="8493779"/>
                  </a:lnTo>
                  <a:lnTo>
                    <a:pt x="837365" y="8543831"/>
                  </a:lnTo>
                  <a:lnTo>
                    <a:pt x="847788" y="8593834"/>
                  </a:lnTo>
                  <a:lnTo>
                    <a:pt x="858378" y="8643790"/>
                  </a:lnTo>
                  <a:lnTo>
                    <a:pt x="869135" y="8693698"/>
                  </a:lnTo>
                  <a:lnTo>
                    <a:pt x="880059" y="8743558"/>
                  </a:lnTo>
                  <a:lnTo>
                    <a:pt x="891150" y="8793370"/>
                  </a:lnTo>
                  <a:lnTo>
                    <a:pt x="902408" y="8843135"/>
                  </a:lnTo>
                  <a:lnTo>
                    <a:pt x="913834" y="8892853"/>
                  </a:lnTo>
                  <a:lnTo>
                    <a:pt x="925427" y="8942522"/>
                  </a:lnTo>
                  <a:lnTo>
                    <a:pt x="937187" y="8992144"/>
                  </a:lnTo>
                  <a:lnTo>
                    <a:pt x="949114" y="9041718"/>
                  </a:lnTo>
                  <a:lnTo>
                    <a:pt x="961208" y="9091245"/>
                  </a:lnTo>
                  <a:lnTo>
                    <a:pt x="973469" y="9140724"/>
                  </a:lnTo>
                  <a:lnTo>
                    <a:pt x="985898" y="9190155"/>
                  </a:lnTo>
                  <a:lnTo>
                    <a:pt x="998493" y="9239539"/>
                  </a:lnTo>
                  <a:lnTo>
                    <a:pt x="1011256" y="9288875"/>
                  </a:lnTo>
                  <a:lnTo>
                    <a:pt x="1024186" y="9338163"/>
                  </a:lnTo>
                  <a:lnTo>
                    <a:pt x="1037283" y="9387403"/>
                  </a:lnTo>
                  <a:lnTo>
                    <a:pt x="1050547" y="9436596"/>
                  </a:lnTo>
                  <a:lnTo>
                    <a:pt x="1063979" y="9485741"/>
                  </a:lnTo>
                  <a:lnTo>
                    <a:pt x="1077577" y="9534839"/>
                  </a:lnTo>
                  <a:lnTo>
                    <a:pt x="1091343" y="9583889"/>
                  </a:lnTo>
                  <a:lnTo>
                    <a:pt x="1105276" y="9632891"/>
                  </a:lnTo>
                  <a:lnTo>
                    <a:pt x="1119376" y="9681845"/>
                  </a:lnTo>
                  <a:lnTo>
                    <a:pt x="1133643" y="9730752"/>
                  </a:lnTo>
                  <a:lnTo>
                    <a:pt x="1148078" y="9779611"/>
                  </a:lnTo>
                  <a:lnTo>
                    <a:pt x="1162679" y="9828422"/>
                  </a:lnTo>
                  <a:lnTo>
                    <a:pt x="1177448" y="9877186"/>
                  </a:lnTo>
                  <a:lnTo>
                    <a:pt x="1192383" y="9925902"/>
                  </a:lnTo>
                  <a:lnTo>
                    <a:pt x="1207486" y="9974571"/>
                  </a:lnTo>
                  <a:lnTo>
                    <a:pt x="1222756" y="10023191"/>
                  </a:lnTo>
                  <a:lnTo>
                    <a:pt x="1238194" y="10071764"/>
                  </a:lnTo>
                  <a:lnTo>
                    <a:pt x="1253798" y="10120290"/>
                  </a:lnTo>
                  <a:lnTo>
                    <a:pt x="1269570" y="10168768"/>
                  </a:lnTo>
                  <a:lnTo>
                    <a:pt x="1285508" y="10217198"/>
                  </a:lnTo>
                  <a:lnTo>
                    <a:pt x="1301614" y="10265580"/>
                  </a:lnTo>
                  <a:lnTo>
                    <a:pt x="1306931" y="10281372"/>
                  </a:lnTo>
                  <a:lnTo>
                    <a:pt x="61050" y="10281372"/>
                  </a:lnTo>
                  <a:lnTo>
                    <a:pt x="71536" y="10187643"/>
                  </a:lnTo>
                  <a:lnTo>
                    <a:pt x="77109" y="10137062"/>
                  </a:lnTo>
                  <a:lnTo>
                    <a:pt x="82622" y="10086481"/>
                  </a:lnTo>
                  <a:lnTo>
                    <a:pt x="88076" y="10035900"/>
                  </a:lnTo>
                  <a:lnTo>
                    <a:pt x="93471" y="9985320"/>
                  </a:lnTo>
                  <a:lnTo>
                    <a:pt x="98807" y="9934740"/>
                  </a:lnTo>
                  <a:lnTo>
                    <a:pt x="104084" y="9884160"/>
                  </a:lnTo>
                  <a:lnTo>
                    <a:pt x="109302" y="9833580"/>
                  </a:lnTo>
                  <a:lnTo>
                    <a:pt x="114460" y="9783001"/>
                  </a:lnTo>
                  <a:lnTo>
                    <a:pt x="119560" y="9732422"/>
                  </a:lnTo>
                  <a:lnTo>
                    <a:pt x="124600" y="9681843"/>
                  </a:lnTo>
                  <a:lnTo>
                    <a:pt x="129581" y="9631265"/>
                  </a:lnTo>
                  <a:lnTo>
                    <a:pt x="134504" y="9580686"/>
                  </a:lnTo>
                  <a:lnTo>
                    <a:pt x="139367" y="9530108"/>
                  </a:lnTo>
                  <a:lnTo>
                    <a:pt x="144170" y="9479531"/>
                  </a:lnTo>
                  <a:lnTo>
                    <a:pt x="148915" y="9428953"/>
                  </a:lnTo>
                  <a:lnTo>
                    <a:pt x="153601" y="9378376"/>
                  </a:lnTo>
                  <a:lnTo>
                    <a:pt x="158227" y="9327799"/>
                  </a:lnTo>
                  <a:lnTo>
                    <a:pt x="162795" y="9277223"/>
                  </a:lnTo>
                  <a:lnTo>
                    <a:pt x="167303" y="9226646"/>
                  </a:lnTo>
                  <a:lnTo>
                    <a:pt x="171752" y="9176070"/>
                  </a:lnTo>
                  <a:lnTo>
                    <a:pt x="176143" y="9125494"/>
                  </a:lnTo>
                  <a:lnTo>
                    <a:pt x="180474" y="9074919"/>
                  </a:lnTo>
                  <a:lnTo>
                    <a:pt x="184745" y="9024344"/>
                  </a:lnTo>
                  <a:lnTo>
                    <a:pt x="188958" y="8973769"/>
                  </a:lnTo>
                  <a:lnTo>
                    <a:pt x="193112" y="8923194"/>
                  </a:lnTo>
                  <a:lnTo>
                    <a:pt x="197206" y="8872619"/>
                  </a:lnTo>
                  <a:lnTo>
                    <a:pt x="201242" y="8822045"/>
                  </a:lnTo>
                  <a:lnTo>
                    <a:pt x="205218" y="8771471"/>
                  </a:lnTo>
                  <a:lnTo>
                    <a:pt x="209135" y="8720898"/>
                  </a:lnTo>
                  <a:lnTo>
                    <a:pt x="212993" y="8670324"/>
                  </a:lnTo>
                  <a:lnTo>
                    <a:pt x="216792" y="8619751"/>
                  </a:lnTo>
                  <a:lnTo>
                    <a:pt x="220532" y="8569178"/>
                  </a:lnTo>
                  <a:lnTo>
                    <a:pt x="224213" y="8518606"/>
                  </a:lnTo>
                  <a:lnTo>
                    <a:pt x="227834" y="8468034"/>
                  </a:lnTo>
                  <a:lnTo>
                    <a:pt x="231397" y="8417462"/>
                  </a:lnTo>
                  <a:lnTo>
                    <a:pt x="234900" y="8366890"/>
                  </a:lnTo>
                  <a:lnTo>
                    <a:pt x="238345" y="8316318"/>
                  </a:lnTo>
                  <a:lnTo>
                    <a:pt x="241730" y="8265747"/>
                  </a:lnTo>
                  <a:lnTo>
                    <a:pt x="245056" y="8215176"/>
                  </a:lnTo>
                  <a:lnTo>
                    <a:pt x="248323" y="8164605"/>
                  </a:lnTo>
                  <a:lnTo>
                    <a:pt x="251530" y="8114035"/>
                  </a:lnTo>
                  <a:lnTo>
                    <a:pt x="254679" y="8063465"/>
                  </a:lnTo>
                  <a:lnTo>
                    <a:pt x="257769" y="8012895"/>
                  </a:lnTo>
                  <a:lnTo>
                    <a:pt x="260799" y="7962326"/>
                  </a:lnTo>
                  <a:lnTo>
                    <a:pt x="263771" y="7911756"/>
                  </a:lnTo>
                  <a:lnTo>
                    <a:pt x="266683" y="7861187"/>
                  </a:lnTo>
                  <a:lnTo>
                    <a:pt x="269536" y="7810618"/>
                  </a:lnTo>
                  <a:lnTo>
                    <a:pt x="272330" y="7760050"/>
                  </a:lnTo>
                  <a:lnTo>
                    <a:pt x="275065" y="7709482"/>
                  </a:lnTo>
                  <a:lnTo>
                    <a:pt x="277740" y="7658914"/>
                  </a:lnTo>
                  <a:lnTo>
                    <a:pt x="280357" y="7608346"/>
                  </a:lnTo>
                  <a:lnTo>
                    <a:pt x="282915" y="7557779"/>
                  </a:lnTo>
                  <a:lnTo>
                    <a:pt x="285413" y="7507211"/>
                  </a:lnTo>
                  <a:lnTo>
                    <a:pt x="287852" y="7456645"/>
                  </a:lnTo>
                  <a:lnTo>
                    <a:pt x="290233" y="7406078"/>
                  </a:lnTo>
                  <a:lnTo>
                    <a:pt x="292554" y="7355512"/>
                  </a:lnTo>
                  <a:lnTo>
                    <a:pt x="294816" y="7304946"/>
                  </a:lnTo>
                  <a:lnTo>
                    <a:pt x="297018" y="7254380"/>
                  </a:lnTo>
                  <a:lnTo>
                    <a:pt x="299162" y="7203814"/>
                  </a:lnTo>
                  <a:lnTo>
                    <a:pt x="301247" y="7153249"/>
                  </a:lnTo>
                  <a:lnTo>
                    <a:pt x="303272" y="7102684"/>
                  </a:lnTo>
                  <a:lnTo>
                    <a:pt x="305239" y="7052119"/>
                  </a:lnTo>
                  <a:lnTo>
                    <a:pt x="307146" y="7001555"/>
                  </a:lnTo>
                  <a:lnTo>
                    <a:pt x="308994" y="6950991"/>
                  </a:lnTo>
                  <a:lnTo>
                    <a:pt x="310783" y="6900427"/>
                  </a:lnTo>
                  <a:lnTo>
                    <a:pt x="312513" y="6849863"/>
                  </a:lnTo>
                  <a:lnTo>
                    <a:pt x="314184" y="6799300"/>
                  </a:lnTo>
                  <a:lnTo>
                    <a:pt x="315796" y="6748737"/>
                  </a:lnTo>
                  <a:lnTo>
                    <a:pt x="317348" y="6698174"/>
                  </a:lnTo>
                  <a:lnTo>
                    <a:pt x="318842" y="6647611"/>
                  </a:lnTo>
                  <a:lnTo>
                    <a:pt x="320276" y="6597049"/>
                  </a:lnTo>
                  <a:lnTo>
                    <a:pt x="321651" y="6546487"/>
                  </a:lnTo>
                  <a:lnTo>
                    <a:pt x="322967" y="6495925"/>
                  </a:lnTo>
                  <a:lnTo>
                    <a:pt x="324224" y="6445364"/>
                  </a:lnTo>
                  <a:lnTo>
                    <a:pt x="325422" y="6394803"/>
                  </a:lnTo>
                  <a:lnTo>
                    <a:pt x="326561" y="6344242"/>
                  </a:lnTo>
                  <a:lnTo>
                    <a:pt x="327641" y="6293681"/>
                  </a:lnTo>
                  <a:lnTo>
                    <a:pt x="328661" y="6243121"/>
                  </a:lnTo>
                  <a:lnTo>
                    <a:pt x="329623" y="6192560"/>
                  </a:lnTo>
                  <a:lnTo>
                    <a:pt x="330525" y="6142001"/>
                  </a:lnTo>
                  <a:lnTo>
                    <a:pt x="331368" y="6091441"/>
                  </a:lnTo>
                  <a:lnTo>
                    <a:pt x="332152" y="6040882"/>
                  </a:lnTo>
                  <a:lnTo>
                    <a:pt x="332877" y="5990323"/>
                  </a:lnTo>
                  <a:lnTo>
                    <a:pt x="333543" y="5939764"/>
                  </a:lnTo>
                  <a:lnTo>
                    <a:pt x="334150" y="5889205"/>
                  </a:lnTo>
                  <a:lnTo>
                    <a:pt x="334697" y="5838647"/>
                  </a:lnTo>
                  <a:lnTo>
                    <a:pt x="335186" y="5788089"/>
                  </a:lnTo>
                  <a:lnTo>
                    <a:pt x="335615" y="5737531"/>
                  </a:lnTo>
                  <a:lnTo>
                    <a:pt x="335985" y="5686974"/>
                  </a:lnTo>
                  <a:lnTo>
                    <a:pt x="336297" y="5636417"/>
                  </a:lnTo>
                  <a:lnTo>
                    <a:pt x="336549" y="5585860"/>
                  </a:lnTo>
                  <a:lnTo>
                    <a:pt x="336742" y="5535303"/>
                  </a:lnTo>
                  <a:lnTo>
                    <a:pt x="336875" y="5484747"/>
                  </a:lnTo>
                  <a:lnTo>
                    <a:pt x="336950" y="5434191"/>
                  </a:lnTo>
                  <a:lnTo>
                    <a:pt x="336966" y="5383635"/>
                  </a:lnTo>
                  <a:lnTo>
                    <a:pt x="336922" y="5333080"/>
                  </a:lnTo>
                  <a:lnTo>
                    <a:pt x="336819" y="5282524"/>
                  </a:lnTo>
                  <a:lnTo>
                    <a:pt x="336658" y="5231969"/>
                  </a:lnTo>
                  <a:lnTo>
                    <a:pt x="336437" y="5181415"/>
                  </a:lnTo>
                  <a:lnTo>
                    <a:pt x="336146" y="5130422"/>
                  </a:lnTo>
                  <a:lnTo>
                    <a:pt x="335796" y="5079433"/>
                  </a:lnTo>
                  <a:lnTo>
                    <a:pt x="335387" y="5028448"/>
                  </a:lnTo>
                  <a:lnTo>
                    <a:pt x="334917" y="4977467"/>
                  </a:lnTo>
                  <a:lnTo>
                    <a:pt x="334389" y="4926490"/>
                  </a:lnTo>
                  <a:lnTo>
                    <a:pt x="333800" y="4875516"/>
                  </a:lnTo>
                  <a:lnTo>
                    <a:pt x="333153" y="4824546"/>
                  </a:lnTo>
                  <a:lnTo>
                    <a:pt x="332445" y="4773581"/>
                  </a:lnTo>
                  <a:lnTo>
                    <a:pt x="331678" y="4722619"/>
                  </a:lnTo>
                  <a:lnTo>
                    <a:pt x="330852" y="4671661"/>
                  </a:lnTo>
                  <a:lnTo>
                    <a:pt x="329966" y="4620706"/>
                  </a:lnTo>
                  <a:lnTo>
                    <a:pt x="329020" y="4569756"/>
                  </a:lnTo>
                  <a:lnTo>
                    <a:pt x="328015" y="4518810"/>
                  </a:lnTo>
                  <a:lnTo>
                    <a:pt x="326950" y="4467867"/>
                  </a:lnTo>
                  <a:lnTo>
                    <a:pt x="325826" y="4416928"/>
                  </a:lnTo>
                  <a:lnTo>
                    <a:pt x="324642" y="4365993"/>
                  </a:lnTo>
                  <a:lnTo>
                    <a:pt x="323399" y="4315062"/>
                  </a:lnTo>
                  <a:lnTo>
                    <a:pt x="322096" y="4264135"/>
                  </a:lnTo>
                  <a:lnTo>
                    <a:pt x="320734" y="4213211"/>
                  </a:lnTo>
                  <a:lnTo>
                    <a:pt x="319312" y="4162292"/>
                  </a:lnTo>
                  <a:lnTo>
                    <a:pt x="317830" y="4111376"/>
                  </a:lnTo>
                  <a:lnTo>
                    <a:pt x="316289" y="4060464"/>
                  </a:lnTo>
                  <a:lnTo>
                    <a:pt x="314688" y="4009556"/>
                  </a:lnTo>
                  <a:lnTo>
                    <a:pt x="313028" y="3958652"/>
                  </a:lnTo>
                  <a:lnTo>
                    <a:pt x="311308" y="3907752"/>
                  </a:lnTo>
                  <a:lnTo>
                    <a:pt x="309529" y="3856855"/>
                  </a:lnTo>
                  <a:lnTo>
                    <a:pt x="307690" y="3805963"/>
                  </a:lnTo>
                  <a:lnTo>
                    <a:pt x="305792" y="3755074"/>
                  </a:lnTo>
                  <a:lnTo>
                    <a:pt x="303834" y="3704189"/>
                  </a:lnTo>
                  <a:lnTo>
                    <a:pt x="301816" y="3653308"/>
                  </a:lnTo>
                  <a:lnTo>
                    <a:pt x="299739" y="3602431"/>
                  </a:lnTo>
                  <a:lnTo>
                    <a:pt x="297603" y="3551558"/>
                  </a:lnTo>
                  <a:lnTo>
                    <a:pt x="295407" y="3500688"/>
                  </a:lnTo>
                  <a:lnTo>
                    <a:pt x="293151" y="3449823"/>
                  </a:lnTo>
                  <a:lnTo>
                    <a:pt x="290836" y="3398961"/>
                  </a:lnTo>
                  <a:lnTo>
                    <a:pt x="288461" y="3348103"/>
                  </a:lnTo>
                  <a:lnTo>
                    <a:pt x="286026" y="3297249"/>
                  </a:lnTo>
                  <a:lnTo>
                    <a:pt x="283533" y="3246399"/>
                  </a:lnTo>
                  <a:lnTo>
                    <a:pt x="280979" y="3195552"/>
                  </a:lnTo>
                  <a:lnTo>
                    <a:pt x="278366" y="3144710"/>
                  </a:lnTo>
                  <a:lnTo>
                    <a:pt x="275693" y="3093871"/>
                  </a:lnTo>
                  <a:lnTo>
                    <a:pt x="272961" y="3043037"/>
                  </a:lnTo>
                  <a:lnTo>
                    <a:pt x="270170" y="2992206"/>
                  </a:lnTo>
                  <a:lnTo>
                    <a:pt x="267318" y="2941379"/>
                  </a:lnTo>
                  <a:lnTo>
                    <a:pt x="264408" y="2890555"/>
                  </a:lnTo>
                  <a:lnTo>
                    <a:pt x="261437" y="2839736"/>
                  </a:lnTo>
                  <a:lnTo>
                    <a:pt x="258408" y="2788920"/>
                  </a:lnTo>
                  <a:lnTo>
                    <a:pt x="255318" y="2738109"/>
                  </a:lnTo>
                  <a:lnTo>
                    <a:pt x="252169" y="2687301"/>
                  </a:lnTo>
                  <a:lnTo>
                    <a:pt x="248961" y="2636497"/>
                  </a:lnTo>
                  <a:lnTo>
                    <a:pt x="245693" y="2585697"/>
                  </a:lnTo>
                  <a:lnTo>
                    <a:pt x="242365" y="2534901"/>
                  </a:lnTo>
                  <a:lnTo>
                    <a:pt x="238978" y="2484108"/>
                  </a:lnTo>
                  <a:lnTo>
                    <a:pt x="235531" y="2433320"/>
                  </a:lnTo>
                  <a:lnTo>
                    <a:pt x="232025" y="2382535"/>
                  </a:lnTo>
                  <a:lnTo>
                    <a:pt x="228459" y="2331754"/>
                  </a:lnTo>
                  <a:lnTo>
                    <a:pt x="224834" y="2280977"/>
                  </a:lnTo>
                  <a:lnTo>
                    <a:pt x="221149" y="2230204"/>
                  </a:lnTo>
                  <a:lnTo>
                    <a:pt x="217404" y="2179435"/>
                  </a:lnTo>
                  <a:lnTo>
                    <a:pt x="213600" y="2128669"/>
                  </a:lnTo>
                  <a:lnTo>
                    <a:pt x="209737" y="2077908"/>
                  </a:lnTo>
                  <a:lnTo>
                    <a:pt x="205813" y="2027150"/>
                  </a:lnTo>
                  <a:lnTo>
                    <a:pt x="201831" y="1976396"/>
                  </a:lnTo>
                  <a:lnTo>
                    <a:pt x="197788" y="1925646"/>
                  </a:lnTo>
                  <a:lnTo>
                    <a:pt x="193687" y="1874900"/>
                  </a:lnTo>
                  <a:lnTo>
                    <a:pt x="189525" y="1824157"/>
                  </a:lnTo>
                  <a:lnTo>
                    <a:pt x="185304" y="1773419"/>
                  </a:lnTo>
                  <a:lnTo>
                    <a:pt x="181024" y="1722684"/>
                  </a:lnTo>
                  <a:lnTo>
                    <a:pt x="176684" y="1671954"/>
                  </a:lnTo>
                  <a:lnTo>
                    <a:pt x="172284" y="1621227"/>
                  </a:lnTo>
                  <a:lnTo>
                    <a:pt x="167825" y="1570504"/>
                  </a:lnTo>
                  <a:lnTo>
                    <a:pt x="163307" y="1519784"/>
                  </a:lnTo>
                  <a:lnTo>
                    <a:pt x="158729" y="1469069"/>
                  </a:lnTo>
                  <a:lnTo>
                    <a:pt x="154091" y="1418358"/>
                  </a:lnTo>
                  <a:lnTo>
                    <a:pt x="149394" y="1367650"/>
                  </a:lnTo>
                  <a:lnTo>
                    <a:pt x="144637" y="1316946"/>
                  </a:lnTo>
                  <a:lnTo>
                    <a:pt x="139820" y="1266246"/>
                  </a:lnTo>
                  <a:lnTo>
                    <a:pt x="134944" y="1215550"/>
                  </a:lnTo>
                  <a:lnTo>
                    <a:pt x="130009" y="1164858"/>
                  </a:lnTo>
                  <a:lnTo>
                    <a:pt x="125014" y="1114169"/>
                  </a:lnTo>
                  <a:lnTo>
                    <a:pt x="119959" y="1063485"/>
                  </a:lnTo>
                  <a:lnTo>
                    <a:pt x="114845" y="1012804"/>
                  </a:lnTo>
                  <a:lnTo>
                    <a:pt x="109671" y="962127"/>
                  </a:lnTo>
                  <a:lnTo>
                    <a:pt x="104438" y="911454"/>
                  </a:lnTo>
                  <a:lnTo>
                    <a:pt x="99145" y="860785"/>
                  </a:lnTo>
                  <a:lnTo>
                    <a:pt x="93793" y="810120"/>
                  </a:lnTo>
                  <a:lnTo>
                    <a:pt x="88381" y="759459"/>
                  </a:lnTo>
                  <a:lnTo>
                    <a:pt x="82910" y="708801"/>
                  </a:lnTo>
                  <a:lnTo>
                    <a:pt x="77379" y="658147"/>
                  </a:lnTo>
                  <a:lnTo>
                    <a:pt x="71788" y="607497"/>
                  </a:lnTo>
                  <a:lnTo>
                    <a:pt x="66138" y="556851"/>
                  </a:lnTo>
                  <a:lnTo>
                    <a:pt x="60428" y="506209"/>
                  </a:lnTo>
                  <a:lnTo>
                    <a:pt x="54659" y="455571"/>
                  </a:lnTo>
                  <a:lnTo>
                    <a:pt x="48830" y="404936"/>
                  </a:lnTo>
                  <a:lnTo>
                    <a:pt x="42942" y="354306"/>
                  </a:lnTo>
                  <a:lnTo>
                    <a:pt x="36994" y="303679"/>
                  </a:lnTo>
                  <a:lnTo>
                    <a:pt x="30987" y="253056"/>
                  </a:lnTo>
                  <a:lnTo>
                    <a:pt x="24920" y="202437"/>
                  </a:lnTo>
                  <a:lnTo>
                    <a:pt x="18793" y="151822"/>
                  </a:lnTo>
                  <a:lnTo>
                    <a:pt x="12607" y="101211"/>
                  </a:lnTo>
                  <a:lnTo>
                    <a:pt x="6362" y="50603"/>
                  </a:lnTo>
                  <a:lnTo>
                    <a:pt x="0" y="0"/>
                  </a:lnTo>
                  <a:lnTo>
                    <a:pt x="1489811" y="0"/>
                  </a:lnTo>
                  <a:close/>
                </a:path>
              </a:pathLst>
            </a:custGeom>
            <a:solidFill>
              <a:srgbClr val="326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812" y="2965"/>
              <a:ext cx="2578370" cy="33000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" y="3686746"/>
              <a:ext cx="2374943" cy="314198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11438" y="9068112"/>
            <a:ext cx="3238499" cy="8286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2481" y="9068112"/>
            <a:ext cx="3238499" cy="8286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2481" y="372554"/>
            <a:ext cx="2962274" cy="320992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205063" y="9451136"/>
            <a:ext cx="7484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130" dirty="0">
                <a:latin typeface="Century Gothic"/>
                <a:cs typeface="Century Gothic"/>
              </a:rPr>
              <a:t>IT22190734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-1305" dirty="0">
                <a:latin typeface="Century Gothic"/>
                <a:cs typeface="Century Gothic"/>
              </a:rPr>
              <a:t>|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145" dirty="0">
                <a:latin typeface="Century Gothic"/>
                <a:cs typeface="Century Gothic"/>
              </a:rPr>
              <a:t>FARTHAS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-1305" dirty="0">
                <a:latin typeface="Century Gothic"/>
                <a:cs typeface="Century Gothic"/>
              </a:rPr>
              <a:t>|</a:t>
            </a:r>
            <a:r>
              <a:rPr sz="3400" spc="-85" dirty="0">
                <a:latin typeface="Century Gothic"/>
                <a:cs typeface="Century Gothic"/>
              </a:rPr>
              <a:t> </a:t>
            </a:r>
            <a:r>
              <a:rPr sz="3400" spc="135" dirty="0">
                <a:latin typeface="Century Gothic"/>
                <a:cs typeface="Century Gothic"/>
              </a:rPr>
              <a:t>R26-</a:t>
            </a:r>
            <a:r>
              <a:rPr sz="3400" spc="245" dirty="0">
                <a:latin typeface="Century Gothic"/>
                <a:cs typeface="Century Gothic"/>
              </a:rPr>
              <a:t>SE-</a:t>
            </a:r>
            <a:r>
              <a:rPr sz="3400" spc="145" dirty="0">
                <a:latin typeface="Century Gothic"/>
                <a:cs typeface="Century Gothic"/>
              </a:rPr>
              <a:t>032</a:t>
            </a:r>
            <a:endParaRPr sz="3400">
              <a:latin typeface="Century Gothic"/>
              <a:cs typeface="Century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R="147955" algn="ctr">
              <a:lnSpc>
                <a:spcPct val="100000"/>
              </a:lnSpc>
              <a:spcBef>
                <a:spcPts val="1135"/>
              </a:spcBef>
            </a:pPr>
            <a:r>
              <a:rPr spc="-270" dirty="0"/>
              <a:t>Component</a:t>
            </a:r>
            <a:r>
              <a:rPr spc="-509" dirty="0"/>
              <a:t> </a:t>
            </a:r>
            <a:r>
              <a:rPr spc="-300" dirty="0"/>
              <a:t>02:</a:t>
            </a:r>
          </a:p>
          <a:p>
            <a:pPr marL="12700" marR="5080" algn="ctr">
              <a:lnSpc>
                <a:spcPct val="116599"/>
              </a:lnSpc>
            </a:pPr>
            <a:r>
              <a:rPr spc="-120" dirty="0"/>
              <a:t>Multi-</a:t>
            </a:r>
            <a:r>
              <a:rPr spc="-430" dirty="0"/>
              <a:t>Disease</a:t>
            </a:r>
            <a:r>
              <a:rPr spc="-459" dirty="0"/>
              <a:t> </a:t>
            </a:r>
            <a:r>
              <a:rPr spc="-114" dirty="0"/>
              <a:t>Co-</a:t>
            </a:r>
            <a:r>
              <a:rPr spc="-370" dirty="0"/>
              <a:t>occurrence</a:t>
            </a:r>
            <a:r>
              <a:rPr spc="-455" dirty="0"/>
              <a:t> </a:t>
            </a:r>
            <a:r>
              <a:rPr spc="-290" dirty="0"/>
              <a:t>Detection</a:t>
            </a:r>
            <a:r>
              <a:rPr spc="-455" dirty="0"/>
              <a:t> </a:t>
            </a:r>
            <a:r>
              <a:rPr spc="-25" dirty="0"/>
              <a:t>in </a:t>
            </a:r>
            <a:r>
              <a:rPr spc="-430" dirty="0"/>
              <a:t>Tomato</a:t>
            </a:r>
            <a:r>
              <a:rPr spc="-490" dirty="0"/>
              <a:t> </a:t>
            </a:r>
            <a:r>
              <a:rPr spc="-484" dirty="0"/>
              <a:t>Leaves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29107" y="5109241"/>
            <a:ext cx="886460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40" dirty="0">
                <a:latin typeface="Arial Black"/>
                <a:cs typeface="Arial Black"/>
              </a:rPr>
              <a:t>FARTHAS</a:t>
            </a:r>
            <a:r>
              <a:rPr sz="5200" spc="-505" dirty="0">
                <a:latin typeface="Arial Black"/>
                <a:cs typeface="Arial Black"/>
              </a:rPr>
              <a:t> </a:t>
            </a:r>
            <a:r>
              <a:rPr sz="5200" spc="-365" dirty="0">
                <a:latin typeface="Arial Black"/>
                <a:cs typeface="Arial Black"/>
              </a:rPr>
              <a:t>ALM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245" dirty="0">
                <a:latin typeface="Arial Black"/>
                <a:cs typeface="Arial Black"/>
              </a:rPr>
              <a:t>|</a:t>
            </a:r>
            <a:r>
              <a:rPr sz="5200" spc="-500" dirty="0">
                <a:latin typeface="Arial Black"/>
                <a:cs typeface="Arial Black"/>
              </a:rPr>
              <a:t> </a:t>
            </a:r>
            <a:r>
              <a:rPr sz="5200" spc="-480" dirty="0">
                <a:latin typeface="Arial Black"/>
                <a:cs typeface="Arial Black"/>
              </a:rPr>
              <a:t>IT22190734</a:t>
            </a:r>
            <a:endParaRPr sz="52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481" y="9068112"/>
            <a:ext cx="3238499" cy="82867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524303" y="0"/>
            <a:ext cx="1764030" cy="10289540"/>
            <a:chOff x="16524303" y="0"/>
            <a:chExt cx="1764030" cy="102895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78267" y="0"/>
              <a:ext cx="509733" cy="96138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6524303" y="0"/>
              <a:ext cx="1625600" cy="10287000"/>
            </a:xfrm>
            <a:custGeom>
              <a:avLst/>
              <a:gdLst/>
              <a:ahLst/>
              <a:cxnLst/>
              <a:rect l="l" t="t" r="r" b="b"/>
              <a:pathLst>
                <a:path w="1625600" h="10287000">
                  <a:moveTo>
                    <a:pt x="1612899" y="6483499"/>
                  </a:moveTo>
                  <a:lnTo>
                    <a:pt x="1612899" y="3847844"/>
                  </a:lnTo>
                  <a:lnTo>
                    <a:pt x="1625599" y="3898471"/>
                  </a:lnTo>
                  <a:lnTo>
                    <a:pt x="1625599" y="6432773"/>
                  </a:lnTo>
                  <a:lnTo>
                    <a:pt x="1612899" y="6483499"/>
                  </a:lnTo>
                  <a:close/>
                </a:path>
                <a:path w="1625600" h="10287000">
                  <a:moveTo>
                    <a:pt x="1600199" y="6990773"/>
                  </a:moveTo>
                  <a:lnTo>
                    <a:pt x="1600199" y="3290954"/>
                  </a:lnTo>
                  <a:lnTo>
                    <a:pt x="1612899" y="3341580"/>
                  </a:lnTo>
                  <a:lnTo>
                    <a:pt x="1612899" y="6940045"/>
                  </a:lnTo>
                  <a:lnTo>
                    <a:pt x="1600199" y="6990773"/>
                  </a:lnTo>
                  <a:close/>
                </a:path>
                <a:path w="1625600" h="10287000">
                  <a:moveTo>
                    <a:pt x="1587499" y="7396601"/>
                  </a:moveTo>
                  <a:lnTo>
                    <a:pt x="1587499" y="2885953"/>
                  </a:lnTo>
                  <a:lnTo>
                    <a:pt x="1600199" y="2936577"/>
                  </a:lnTo>
                  <a:lnTo>
                    <a:pt x="1600199" y="7345872"/>
                  </a:lnTo>
                  <a:lnTo>
                    <a:pt x="1587499" y="7396601"/>
                  </a:lnTo>
                  <a:close/>
                </a:path>
                <a:path w="1625600" h="10287000">
                  <a:moveTo>
                    <a:pt x="1574799" y="7751709"/>
                  </a:moveTo>
                  <a:lnTo>
                    <a:pt x="1574799" y="2582207"/>
                  </a:lnTo>
                  <a:lnTo>
                    <a:pt x="1587499" y="2632831"/>
                  </a:lnTo>
                  <a:lnTo>
                    <a:pt x="1587499" y="7700979"/>
                  </a:lnTo>
                  <a:lnTo>
                    <a:pt x="1574799" y="7751709"/>
                  </a:lnTo>
                  <a:close/>
                </a:path>
                <a:path w="1625600" h="10287000">
                  <a:moveTo>
                    <a:pt x="1562099" y="8005361"/>
                  </a:moveTo>
                  <a:lnTo>
                    <a:pt x="1562099" y="2278466"/>
                  </a:lnTo>
                  <a:lnTo>
                    <a:pt x="1574799" y="2329089"/>
                  </a:lnTo>
                  <a:lnTo>
                    <a:pt x="1574799" y="7954631"/>
                  </a:lnTo>
                  <a:lnTo>
                    <a:pt x="1562099" y="8005361"/>
                  </a:lnTo>
                  <a:close/>
                </a:path>
                <a:path w="1625600" h="10287000">
                  <a:moveTo>
                    <a:pt x="1549399" y="8309749"/>
                  </a:moveTo>
                  <a:lnTo>
                    <a:pt x="1549399" y="1974729"/>
                  </a:lnTo>
                  <a:lnTo>
                    <a:pt x="1562099" y="2025351"/>
                  </a:lnTo>
                  <a:lnTo>
                    <a:pt x="1562099" y="8259017"/>
                  </a:lnTo>
                  <a:lnTo>
                    <a:pt x="1549399" y="8309749"/>
                  </a:lnTo>
                  <a:close/>
                </a:path>
                <a:path w="1625600" h="10287000">
                  <a:moveTo>
                    <a:pt x="1536699" y="8563409"/>
                  </a:moveTo>
                  <a:lnTo>
                    <a:pt x="1536699" y="1721619"/>
                  </a:lnTo>
                  <a:lnTo>
                    <a:pt x="1549399" y="1772240"/>
                  </a:lnTo>
                  <a:lnTo>
                    <a:pt x="1549399" y="8512677"/>
                  </a:lnTo>
                  <a:lnTo>
                    <a:pt x="1536699" y="8563409"/>
                  </a:lnTo>
                  <a:close/>
                </a:path>
                <a:path w="1625600" h="10287000">
                  <a:moveTo>
                    <a:pt x="1523999" y="8766339"/>
                  </a:moveTo>
                  <a:lnTo>
                    <a:pt x="1523999" y="1519133"/>
                  </a:lnTo>
                  <a:lnTo>
                    <a:pt x="1536699" y="1569754"/>
                  </a:lnTo>
                  <a:lnTo>
                    <a:pt x="1536699" y="8715607"/>
                  </a:lnTo>
                  <a:lnTo>
                    <a:pt x="1523999" y="8766339"/>
                  </a:lnTo>
                  <a:close/>
                </a:path>
                <a:path w="1625600" h="10287000">
                  <a:moveTo>
                    <a:pt x="1511299" y="9020006"/>
                  </a:moveTo>
                  <a:lnTo>
                    <a:pt x="1511299" y="1316649"/>
                  </a:lnTo>
                  <a:lnTo>
                    <a:pt x="1523999" y="1367270"/>
                  </a:lnTo>
                  <a:lnTo>
                    <a:pt x="1523999" y="8969272"/>
                  </a:lnTo>
                  <a:lnTo>
                    <a:pt x="1511299" y="9020006"/>
                  </a:lnTo>
                  <a:close/>
                </a:path>
                <a:path w="1625600" h="10287000">
                  <a:moveTo>
                    <a:pt x="1498599" y="9222941"/>
                  </a:moveTo>
                  <a:lnTo>
                    <a:pt x="1498599" y="1063547"/>
                  </a:lnTo>
                  <a:lnTo>
                    <a:pt x="1511299" y="1114167"/>
                  </a:lnTo>
                  <a:lnTo>
                    <a:pt x="1511299" y="9172207"/>
                  </a:lnTo>
                  <a:lnTo>
                    <a:pt x="1498599" y="9222941"/>
                  </a:lnTo>
                  <a:close/>
                </a:path>
                <a:path w="1625600" h="10287000">
                  <a:moveTo>
                    <a:pt x="1485899" y="9425879"/>
                  </a:moveTo>
                  <a:lnTo>
                    <a:pt x="1485899" y="911687"/>
                  </a:lnTo>
                  <a:lnTo>
                    <a:pt x="1498599" y="962307"/>
                  </a:lnTo>
                  <a:lnTo>
                    <a:pt x="1498599" y="9375145"/>
                  </a:lnTo>
                  <a:lnTo>
                    <a:pt x="1485899" y="9425879"/>
                  </a:lnTo>
                  <a:close/>
                </a:path>
                <a:path w="1625600" h="10287000">
                  <a:moveTo>
                    <a:pt x="1473199" y="9578084"/>
                  </a:moveTo>
                  <a:lnTo>
                    <a:pt x="1473199" y="709209"/>
                  </a:lnTo>
                  <a:lnTo>
                    <a:pt x="1485899" y="759828"/>
                  </a:lnTo>
                  <a:lnTo>
                    <a:pt x="1485899" y="9527349"/>
                  </a:lnTo>
                  <a:lnTo>
                    <a:pt x="1473199" y="9578084"/>
                  </a:lnTo>
                  <a:close/>
                </a:path>
                <a:path w="1625600" h="10287000">
                  <a:moveTo>
                    <a:pt x="1460499" y="9781026"/>
                  </a:moveTo>
                  <a:lnTo>
                    <a:pt x="1460499" y="506733"/>
                  </a:lnTo>
                  <a:lnTo>
                    <a:pt x="1473199" y="557352"/>
                  </a:lnTo>
                  <a:lnTo>
                    <a:pt x="1473199" y="9730290"/>
                  </a:lnTo>
                  <a:lnTo>
                    <a:pt x="1460499" y="9781026"/>
                  </a:lnTo>
                  <a:close/>
                </a:path>
                <a:path w="1625600" h="10287000">
                  <a:moveTo>
                    <a:pt x="1447799" y="9933234"/>
                  </a:moveTo>
                  <a:lnTo>
                    <a:pt x="1447799" y="354878"/>
                  </a:lnTo>
                  <a:lnTo>
                    <a:pt x="1460499" y="405496"/>
                  </a:lnTo>
                  <a:lnTo>
                    <a:pt x="1460499" y="9882498"/>
                  </a:lnTo>
                  <a:lnTo>
                    <a:pt x="1447799" y="9933234"/>
                  </a:lnTo>
                  <a:close/>
                </a:path>
                <a:path w="1625600" h="10287000">
                  <a:moveTo>
                    <a:pt x="1435099" y="10085443"/>
                  </a:moveTo>
                  <a:lnTo>
                    <a:pt x="1435099" y="203023"/>
                  </a:lnTo>
                  <a:lnTo>
                    <a:pt x="1447799" y="253641"/>
                  </a:lnTo>
                  <a:lnTo>
                    <a:pt x="1447799" y="10034706"/>
                  </a:lnTo>
                  <a:lnTo>
                    <a:pt x="1435099" y="10085443"/>
                  </a:lnTo>
                  <a:close/>
                </a:path>
                <a:path w="1625600" h="10287000">
                  <a:moveTo>
                    <a:pt x="50799" y="9834"/>
                  </a:moveTo>
                  <a:lnTo>
                    <a:pt x="50799" y="0"/>
                  </a:lnTo>
                  <a:lnTo>
                    <a:pt x="1422399" y="0"/>
                  </a:lnTo>
                  <a:lnTo>
                    <a:pt x="1422399" y="552"/>
                  </a:lnTo>
                  <a:lnTo>
                    <a:pt x="1435099" y="51170"/>
                  </a:lnTo>
                  <a:lnTo>
                    <a:pt x="1435099" y="10237653"/>
                  </a:lnTo>
                  <a:lnTo>
                    <a:pt x="1422399" y="10286999"/>
                  </a:lnTo>
                  <a:lnTo>
                    <a:pt x="1206499" y="10286999"/>
                  </a:lnTo>
                  <a:lnTo>
                    <a:pt x="1206499" y="4206400"/>
                  </a:lnTo>
                  <a:lnTo>
                    <a:pt x="1193799" y="4169345"/>
                  </a:lnTo>
                  <a:lnTo>
                    <a:pt x="1193799" y="3938441"/>
                  </a:lnTo>
                  <a:lnTo>
                    <a:pt x="1181099" y="3898543"/>
                  </a:lnTo>
                  <a:lnTo>
                    <a:pt x="1181099" y="3776460"/>
                  </a:lnTo>
                  <a:lnTo>
                    <a:pt x="1168399" y="3734973"/>
                  </a:lnTo>
                  <a:lnTo>
                    <a:pt x="1168399" y="3650823"/>
                  </a:lnTo>
                  <a:lnTo>
                    <a:pt x="1155699" y="3608161"/>
                  </a:lnTo>
                  <a:lnTo>
                    <a:pt x="1155699" y="3521675"/>
                  </a:lnTo>
                  <a:lnTo>
                    <a:pt x="1142999" y="3477853"/>
                  </a:lnTo>
                  <a:lnTo>
                    <a:pt x="1142999" y="3433647"/>
                  </a:lnTo>
                  <a:lnTo>
                    <a:pt x="1130299" y="3389060"/>
                  </a:lnTo>
                  <a:lnTo>
                    <a:pt x="1130299" y="3344091"/>
                  </a:lnTo>
                  <a:lnTo>
                    <a:pt x="1117599" y="3298744"/>
                  </a:lnTo>
                  <a:lnTo>
                    <a:pt x="1117599" y="3253020"/>
                  </a:lnTo>
                  <a:lnTo>
                    <a:pt x="1104899" y="3206920"/>
                  </a:lnTo>
                  <a:lnTo>
                    <a:pt x="1104899" y="3160445"/>
                  </a:lnTo>
                  <a:lnTo>
                    <a:pt x="1092199" y="3113598"/>
                  </a:lnTo>
                  <a:lnTo>
                    <a:pt x="1092199" y="3066380"/>
                  </a:lnTo>
                  <a:lnTo>
                    <a:pt x="1066799" y="2970838"/>
                  </a:lnTo>
                  <a:lnTo>
                    <a:pt x="1066799" y="2922517"/>
                  </a:lnTo>
                  <a:lnTo>
                    <a:pt x="1028699" y="2775372"/>
                  </a:lnTo>
                  <a:lnTo>
                    <a:pt x="1028699" y="2725602"/>
                  </a:lnTo>
                  <a:lnTo>
                    <a:pt x="876299" y="2100873"/>
                  </a:lnTo>
                  <a:lnTo>
                    <a:pt x="850899" y="2046569"/>
                  </a:lnTo>
                  <a:lnTo>
                    <a:pt x="812799" y="1881641"/>
                  </a:lnTo>
                  <a:lnTo>
                    <a:pt x="787399" y="1825997"/>
                  </a:lnTo>
                  <a:lnTo>
                    <a:pt x="761999" y="1713718"/>
                  </a:lnTo>
                  <a:lnTo>
                    <a:pt x="736599" y="1657085"/>
                  </a:lnTo>
                  <a:lnTo>
                    <a:pt x="723899" y="1600126"/>
                  </a:lnTo>
                  <a:lnTo>
                    <a:pt x="698499" y="1542843"/>
                  </a:lnTo>
                  <a:lnTo>
                    <a:pt x="685799" y="1485236"/>
                  </a:lnTo>
                  <a:lnTo>
                    <a:pt x="634999" y="1369058"/>
                  </a:lnTo>
                  <a:lnTo>
                    <a:pt x="622299" y="1310491"/>
                  </a:lnTo>
                  <a:lnTo>
                    <a:pt x="546099" y="1132895"/>
                  </a:lnTo>
                  <a:lnTo>
                    <a:pt x="533399" y="1073070"/>
                  </a:lnTo>
                  <a:lnTo>
                    <a:pt x="330199" y="583424"/>
                  </a:lnTo>
                  <a:lnTo>
                    <a:pt x="292099" y="520862"/>
                  </a:lnTo>
                  <a:lnTo>
                    <a:pt x="241299" y="394850"/>
                  </a:lnTo>
                  <a:lnTo>
                    <a:pt x="203199" y="331404"/>
                  </a:lnTo>
                  <a:lnTo>
                    <a:pt x="152399" y="203639"/>
                  </a:lnTo>
                  <a:lnTo>
                    <a:pt x="114299" y="139324"/>
                  </a:lnTo>
                  <a:lnTo>
                    <a:pt x="88899" y="74722"/>
                  </a:lnTo>
                  <a:lnTo>
                    <a:pt x="50799" y="9834"/>
                  </a:lnTo>
                  <a:close/>
                </a:path>
                <a:path w="1625600" h="10287000">
                  <a:moveTo>
                    <a:pt x="0" y="10286999"/>
                  </a:moveTo>
                  <a:lnTo>
                    <a:pt x="12699" y="10241395"/>
                  </a:lnTo>
                  <a:lnTo>
                    <a:pt x="25399" y="10201031"/>
                  </a:lnTo>
                  <a:lnTo>
                    <a:pt x="76199" y="10033569"/>
                  </a:lnTo>
                  <a:lnTo>
                    <a:pt x="139699" y="9810996"/>
                  </a:lnTo>
                  <a:lnTo>
                    <a:pt x="165099" y="9764751"/>
                  </a:lnTo>
                  <a:lnTo>
                    <a:pt x="177799" y="9717939"/>
                  </a:lnTo>
                  <a:lnTo>
                    <a:pt x="253999" y="9425335"/>
                  </a:lnTo>
                  <a:lnTo>
                    <a:pt x="279399" y="9374647"/>
                  </a:lnTo>
                  <a:lnTo>
                    <a:pt x="342899" y="9113193"/>
                  </a:lnTo>
                  <a:lnTo>
                    <a:pt x="368299" y="9059325"/>
                  </a:lnTo>
                  <a:lnTo>
                    <a:pt x="431799" y="8782298"/>
                  </a:lnTo>
                  <a:lnTo>
                    <a:pt x="457199" y="8725381"/>
                  </a:lnTo>
                  <a:lnTo>
                    <a:pt x="507999" y="8492793"/>
                  </a:lnTo>
                  <a:lnTo>
                    <a:pt x="533399" y="8433435"/>
                  </a:lnTo>
                  <a:lnTo>
                    <a:pt x="584199" y="8191263"/>
                  </a:lnTo>
                  <a:lnTo>
                    <a:pt x="609599" y="8082381"/>
                  </a:lnTo>
                  <a:lnTo>
                    <a:pt x="634999" y="8005507"/>
                  </a:lnTo>
                  <a:lnTo>
                    <a:pt x="647699" y="7925399"/>
                  </a:lnTo>
                  <a:lnTo>
                    <a:pt x="660399" y="7884184"/>
                  </a:lnTo>
                  <a:lnTo>
                    <a:pt x="698499" y="7756148"/>
                  </a:lnTo>
                  <a:lnTo>
                    <a:pt x="698499" y="7712074"/>
                  </a:lnTo>
                  <a:lnTo>
                    <a:pt x="761999" y="7482179"/>
                  </a:lnTo>
                  <a:lnTo>
                    <a:pt x="761999" y="7434441"/>
                  </a:lnTo>
                  <a:lnTo>
                    <a:pt x="850899" y="7086379"/>
                  </a:lnTo>
                  <a:lnTo>
                    <a:pt x="850899" y="7034920"/>
                  </a:lnTo>
                  <a:lnTo>
                    <a:pt x="939799" y="6665483"/>
                  </a:lnTo>
                  <a:lnTo>
                    <a:pt x="939799" y="6611637"/>
                  </a:lnTo>
                  <a:lnTo>
                    <a:pt x="1003299" y="6339754"/>
                  </a:lnTo>
                  <a:lnTo>
                    <a:pt x="1003299" y="6284992"/>
                  </a:lnTo>
                  <a:lnTo>
                    <a:pt x="1041399" y="6120311"/>
                  </a:lnTo>
                  <a:lnTo>
                    <a:pt x="1041399" y="6065355"/>
                  </a:lnTo>
                  <a:lnTo>
                    <a:pt x="1079499" y="5900590"/>
                  </a:lnTo>
                  <a:lnTo>
                    <a:pt x="1079499" y="5845773"/>
                  </a:lnTo>
                  <a:lnTo>
                    <a:pt x="1092199" y="5791042"/>
                  </a:lnTo>
                  <a:lnTo>
                    <a:pt x="1092199" y="5736419"/>
                  </a:lnTo>
                  <a:lnTo>
                    <a:pt x="1117599" y="5627578"/>
                  </a:lnTo>
                  <a:lnTo>
                    <a:pt x="1117599" y="5573403"/>
                  </a:lnTo>
                  <a:lnTo>
                    <a:pt x="1130299" y="5519418"/>
                  </a:lnTo>
                  <a:lnTo>
                    <a:pt x="1130299" y="5465645"/>
                  </a:lnTo>
                  <a:lnTo>
                    <a:pt x="1142999" y="5412104"/>
                  </a:lnTo>
                  <a:lnTo>
                    <a:pt x="1142999" y="5358816"/>
                  </a:lnTo>
                  <a:lnTo>
                    <a:pt x="1155699" y="5305803"/>
                  </a:lnTo>
                  <a:lnTo>
                    <a:pt x="1155699" y="5253085"/>
                  </a:lnTo>
                  <a:lnTo>
                    <a:pt x="1168399" y="5200682"/>
                  </a:lnTo>
                  <a:lnTo>
                    <a:pt x="1168399" y="5148616"/>
                  </a:lnTo>
                  <a:lnTo>
                    <a:pt x="1181099" y="5096907"/>
                  </a:lnTo>
                  <a:lnTo>
                    <a:pt x="1181099" y="4941655"/>
                  </a:lnTo>
                  <a:lnTo>
                    <a:pt x="1193799" y="4914485"/>
                  </a:lnTo>
                  <a:lnTo>
                    <a:pt x="1193799" y="4681160"/>
                  </a:lnTo>
                  <a:lnTo>
                    <a:pt x="1206499" y="4650022"/>
                  </a:lnTo>
                  <a:lnTo>
                    <a:pt x="1206499" y="10286999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835294" y="0"/>
              <a:ext cx="1405255" cy="10289540"/>
            </a:xfrm>
            <a:custGeom>
              <a:avLst/>
              <a:gdLst/>
              <a:ahLst/>
              <a:cxnLst/>
              <a:rect l="l" t="t" r="r" b="b"/>
              <a:pathLst>
                <a:path w="1405255" h="10289540">
                  <a:moveTo>
                    <a:pt x="0" y="0"/>
                  </a:moveTo>
                  <a:lnTo>
                    <a:pt x="1404942" y="0"/>
                  </a:lnTo>
                  <a:lnTo>
                    <a:pt x="1381116" y="10286999"/>
                  </a:lnTo>
                  <a:lnTo>
                    <a:pt x="1207105" y="10286999"/>
                  </a:lnTo>
                  <a:lnTo>
                    <a:pt x="1207105" y="5819450"/>
                  </a:lnTo>
                  <a:lnTo>
                    <a:pt x="1206685" y="5772231"/>
                  </a:lnTo>
                  <a:lnTo>
                    <a:pt x="1206224" y="5738250"/>
                  </a:lnTo>
                  <a:lnTo>
                    <a:pt x="1206224" y="5737599"/>
                  </a:lnTo>
                  <a:lnTo>
                    <a:pt x="1203120" y="5608392"/>
                  </a:lnTo>
                  <a:lnTo>
                    <a:pt x="1199718" y="5519922"/>
                  </a:lnTo>
                  <a:lnTo>
                    <a:pt x="1191907" y="5375062"/>
                  </a:lnTo>
                  <a:lnTo>
                    <a:pt x="1182431" y="5243968"/>
                  </a:lnTo>
                  <a:lnTo>
                    <a:pt x="1168446" y="5088863"/>
                  </a:lnTo>
                  <a:lnTo>
                    <a:pt x="1151456" y="4930728"/>
                  </a:lnTo>
                  <a:lnTo>
                    <a:pt x="1124560" y="4716142"/>
                  </a:lnTo>
                  <a:lnTo>
                    <a:pt x="1093359" y="4498502"/>
                  </a:lnTo>
                  <a:lnTo>
                    <a:pt x="1049208" y="4224189"/>
                  </a:lnTo>
                  <a:lnTo>
                    <a:pt x="990208" y="3895127"/>
                  </a:lnTo>
                  <a:lnTo>
                    <a:pt x="904613" y="3463957"/>
                  </a:lnTo>
                  <a:lnTo>
                    <a:pt x="782073" y="2903370"/>
                  </a:lnTo>
                  <a:lnTo>
                    <a:pt x="560675" y="1976227"/>
                  </a:lnTo>
                  <a:lnTo>
                    <a:pt x="425408" y="1450799"/>
                  </a:lnTo>
                  <a:lnTo>
                    <a:pt x="277256" y="914869"/>
                  </a:lnTo>
                  <a:lnTo>
                    <a:pt x="121326" y="387750"/>
                  </a:lnTo>
                  <a:lnTo>
                    <a:pt x="0" y="0"/>
                  </a:lnTo>
                  <a:close/>
                </a:path>
                <a:path w="1405255" h="10289540">
                  <a:moveTo>
                    <a:pt x="1381116" y="10286999"/>
                  </a:moveTo>
                  <a:lnTo>
                    <a:pt x="1381116" y="6458093"/>
                  </a:lnTo>
                  <a:lnTo>
                    <a:pt x="1404942" y="10289352"/>
                  </a:lnTo>
                  <a:lnTo>
                    <a:pt x="1404942" y="10286999"/>
                  </a:lnTo>
                  <a:lnTo>
                    <a:pt x="1381116" y="10286999"/>
                  </a:lnTo>
                  <a:close/>
                </a:path>
                <a:path w="1405255" h="10289540">
                  <a:moveTo>
                    <a:pt x="50672" y="10286999"/>
                  </a:moveTo>
                  <a:lnTo>
                    <a:pt x="87024" y="10214823"/>
                  </a:lnTo>
                  <a:lnTo>
                    <a:pt x="150508" y="10085905"/>
                  </a:lnTo>
                  <a:lnTo>
                    <a:pt x="211646" y="9958141"/>
                  </a:lnTo>
                  <a:lnTo>
                    <a:pt x="270480" y="9831542"/>
                  </a:lnTo>
                  <a:lnTo>
                    <a:pt x="327051" y="9706121"/>
                  </a:lnTo>
                  <a:lnTo>
                    <a:pt x="381399" y="9581892"/>
                  </a:lnTo>
                  <a:lnTo>
                    <a:pt x="433567" y="9458866"/>
                  </a:lnTo>
                  <a:lnTo>
                    <a:pt x="507820" y="9276613"/>
                  </a:lnTo>
                  <a:lnTo>
                    <a:pt x="577398" y="9097140"/>
                  </a:lnTo>
                  <a:lnTo>
                    <a:pt x="642440" y="8920490"/>
                  </a:lnTo>
                  <a:lnTo>
                    <a:pt x="703084" y="8746706"/>
                  </a:lnTo>
                  <a:lnTo>
                    <a:pt x="759471" y="8575832"/>
                  </a:lnTo>
                  <a:lnTo>
                    <a:pt x="811738" y="8407909"/>
                  </a:lnTo>
                  <a:lnTo>
                    <a:pt x="860026" y="8242982"/>
                  </a:lnTo>
                  <a:lnTo>
                    <a:pt x="904473" y="8081092"/>
                  </a:lnTo>
                  <a:lnTo>
                    <a:pt x="945217" y="7922284"/>
                  </a:lnTo>
                  <a:lnTo>
                    <a:pt x="982399" y="7766599"/>
                  </a:lnTo>
                  <a:lnTo>
                    <a:pt x="1016157" y="7614081"/>
                  </a:lnTo>
                  <a:lnTo>
                    <a:pt x="1046629" y="7464773"/>
                  </a:lnTo>
                  <a:lnTo>
                    <a:pt x="1073956" y="7318717"/>
                  </a:lnTo>
                  <a:lnTo>
                    <a:pt x="1098276" y="7175958"/>
                  </a:lnTo>
                  <a:lnTo>
                    <a:pt x="1119729" y="7036537"/>
                  </a:lnTo>
                  <a:lnTo>
                    <a:pt x="1138452" y="6900497"/>
                  </a:lnTo>
                  <a:lnTo>
                    <a:pt x="1154586" y="6767882"/>
                  </a:lnTo>
                  <a:lnTo>
                    <a:pt x="1168269" y="6638734"/>
                  </a:lnTo>
                  <a:lnTo>
                    <a:pt x="1179640" y="6513097"/>
                  </a:lnTo>
                  <a:lnTo>
                    <a:pt x="1191446" y="6351116"/>
                  </a:lnTo>
                  <a:lnTo>
                    <a:pt x="1199718" y="6195554"/>
                  </a:lnTo>
                  <a:lnTo>
                    <a:pt x="1204899" y="6042344"/>
                  </a:lnTo>
                  <a:lnTo>
                    <a:pt x="1204899" y="6041472"/>
                  </a:lnTo>
                  <a:lnTo>
                    <a:pt x="1205607" y="6009633"/>
                  </a:lnTo>
                  <a:lnTo>
                    <a:pt x="1207105" y="5889652"/>
                  </a:lnTo>
                  <a:lnTo>
                    <a:pt x="1207105" y="10286999"/>
                  </a:lnTo>
                  <a:lnTo>
                    <a:pt x="50672" y="10286999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344479" y="0"/>
              <a:ext cx="943610" cy="10287000"/>
            </a:xfrm>
            <a:custGeom>
              <a:avLst/>
              <a:gdLst/>
              <a:ahLst/>
              <a:cxnLst/>
              <a:rect l="l" t="t" r="r" b="b"/>
              <a:pathLst>
                <a:path w="943609" h="10287000">
                  <a:moveTo>
                    <a:pt x="5756" y="0"/>
                  </a:moveTo>
                  <a:lnTo>
                    <a:pt x="943522" y="0"/>
                  </a:lnTo>
                  <a:lnTo>
                    <a:pt x="943522" y="10286999"/>
                  </a:lnTo>
                  <a:lnTo>
                    <a:pt x="874270" y="10286999"/>
                  </a:lnTo>
                  <a:lnTo>
                    <a:pt x="874270" y="5008691"/>
                  </a:lnTo>
                  <a:lnTo>
                    <a:pt x="874074" y="4953741"/>
                  </a:lnTo>
                  <a:lnTo>
                    <a:pt x="873676" y="4898270"/>
                  </a:lnTo>
                  <a:lnTo>
                    <a:pt x="873078" y="4844592"/>
                  </a:lnTo>
                  <a:lnTo>
                    <a:pt x="873078" y="4842806"/>
                  </a:lnTo>
                  <a:lnTo>
                    <a:pt x="872281" y="4789139"/>
                  </a:lnTo>
                  <a:lnTo>
                    <a:pt x="872281" y="4787457"/>
                  </a:lnTo>
                  <a:lnTo>
                    <a:pt x="864717" y="4495207"/>
                  </a:lnTo>
                  <a:lnTo>
                    <a:pt x="851724" y="4206305"/>
                  </a:lnTo>
                  <a:lnTo>
                    <a:pt x="832945" y="3914132"/>
                  </a:lnTo>
                  <a:lnTo>
                    <a:pt x="808153" y="3618796"/>
                  </a:lnTo>
                  <a:lnTo>
                    <a:pt x="783835" y="3380322"/>
                  </a:lnTo>
                  <a:lnTo>
                    <a:pt x="755403" y="3139945"/>
                  </a:lnTo>
                  <a:lnTo>
                    <a:pt x="722740" y="2897721"/>
                  </a:lnTo>
                  <a:lnTo>
                    <a:pt x="685728" y="2653705"/>
                  </a:lnTo>
                  <a:lnTo>
                    <a:pt x="644250" y="2407951"/>
                  </a:lnTo>
                  <a:lnTo>
                    <a:pt x="598188" y="2160513"/>
                  </a:lnTo>
                  <a:lnTo>
                    <a:pt x="544586" y="1898288"/>
                  </a:lnTo>
                  <a:lnTo>
                    <a:pt x="489130" y="1649225"/>
                  </a:lnTo>
                  <a:lnTo>
                    <a:pt x="429495" y="1401353"/>
                  </a:lnTo>
                  <a:lnTo>
                    <a:pt x="365681" y="1154674"/>
                  </a:lnTo>
                  <a:lnTo>
                    <a:pt x="297688" y="909187"/>
                  </a:lnTo>
                  <a:lnTo>
                    <a:pt x="225516" y="664891"/>
                  </a:lnTo>
                  <a:lnTo>
                    <a:pt x="149166" y="421788"/>
                  </a:lnTo>
                  <a:lnTo>
                    <a:pt x="68636" y="179876"/>
                  </a:lnTo>
                  <a:lnTo>
                    <a:pt x="5756" y="0"/>
                  </a:lnTo>
                  <a:close/>
                </a:path>
                <a:path w="943609" h="10287000">
                  <a:moveTo>
                    <a:pt x="0" y="10286999"/>
                  </a:moveTo>
                  <a:lnTo>
                    <a:pt x="83832" y="10028305"/>
                  </a:lnTo>
                  <a:lnTo>
                    <a:pt x="174419" y="9732579"/>
                  </a:lnTo>
                  <a:lnTo>
                    <a:pt x="263482" y="9422312"/>
                  </a:lnTo>
                  <a:lnTo>
                    <a:pt x="339424" y="9139243"/>
                  </a:lnTo>
                  <a:lnTo>
                    <a:pt x="412850" y="8845669"/>
                  </a:lnTo>
                  <a:lnTo>
                    <a:pt x="483130" y="8541882"/>
                  </a:lnTo>
                  <a:lnTo>
                    <a:pt x="549633" y="8228174"/>
                  </a:lnTo>
                  <a:lnTo>
                    <a:pt x="603153" y="7951607"/>
                  </a:lnTo>
                  <a:lnTo>
                    <a:pt x="653038" y="7668150"/>
                  </a:lnTo>
                  <a:lnTo>
                    <a:pt x="698893" y="7377989"/>
                  </a:lnTo>
                  <a:lnTo>
                    <a:pt x="740320" y="7081307"/>
                  </a:lnTo>
                  <a:lnTo>
                    <a:pt x="776922" y="6778288"/>
                  </a:lnTo>
                  <a:lnTo>
                    <a:pt x="808302" y="6469116"/>
                  </a:lnTo>
                  <a:lnTo>
                    <a:pt x="834065" y="6153977"/>
                  </a:lnTo>
                  <a:lnTo>
                    <a:pt x="850956" y="5886934"/>
                  </a:lnTo>
                  <a:lnTo>
                    <a:pt x="863440" y="5615982"/>
                  </a:lnTo>
                  <a:lnTo>
                    <a:pt x="871288" y="5341227"/>
                  </a:lnTo>
                  <a:lnTo>
                    <a:pt x="874270" y="5062775"/>
                  </a:lnTo>
                  <a:lnTo>
                    <a:pt x="874270" y="10286999"/>
                  </a:lnTo>
                  <a:lnTo>
                    <a:pt x="0" y="10286999"/>
                  </a:lnTo>
                  <a:close/>
                </a:path>
              </a:pathLst>
            </a:custGeom>
            <a:solidFill>
              <a:srgbClr val="326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808902" y="2049196"/>
            <a:ext cx="152400" cy="6591934"/>
          </a:xfrm>
          <a:custGeom>
            <a:avLst/>
            <a:gdLst/>
            <a:ahLst/>
            <a:cxnLst/>
            <a:rect l="l" t="t" r="r" b="b"/>
            <a:pathLst>
              <a:path w="152400" h="6591934">
                <a:moveTo>
                  <a:pt x="152399" y="0"/>
                </a:moveTo>
                <a:lnTo>
                  <a:pt x="152399" y="6591325"/>
                </a:lnTo>
                <a:lnTo>
                  <a:pt x="0" y="6591325"/>
                </a:lnTo>
                <a:lnTo>
                  <a:pt x="0" y="0"/>
                </a:lnTo>
                <a:lnTo>
                  <a:pt x="152399" y="0"/>
                </a:lnTo>
                <a:close/>
              </a:path>
            </a:pathLst>
          </a:custGeom>
          <a:solidFill>
            <a:srgbClr val="E72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PROBLEM</a:t>
            </a:r>
            <a:r>
              <a:rPr spc="-500" dirty="0"/>
              <a:t> </a:t>
            </a:r>
            <a:r>
              <a:rPr spc="-295" dirty="0"/>
              <a:t>AND</a:t>
            </a:r>
            <a:r>
              <a:rPr spc="-500" dirty="0"/>
              <a:t> </a:t>
            </a:r>
            <a:r>
              <a:rPr spc="-320" dirty="0"/>
              <a:t>HOW</a:t>
            </a:r>
            <a:r>
              <a:rPr spc="-495" dirty="0"/>
              <a:t> </a:t>
            </a:r>
            <a:r>
              <a:rPr spc="-425" dirty="0"/>
              <a:t>ADDRESSED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5252" y="3267314"/>
            <a:ext cx="123825" cy="1238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5252" y="4257914"/>
            <a:ext cx="123825" cy="123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5252" y="4753214"/>
            <a:ext cx="123825" cy="1238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5252" y="6734414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5252" y="7229714"/>
            <a:ext cx="123825" cy="1238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5252" y="7725014"/>
            <a:ext cx="123825" cy="1238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5252" y="8220313"/>
            <a:ext cx="123825" cy="1238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39572" y="1785416"/>
            <a:ext cx="7482205" cy="6699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05" dirty="0">
                <a:solidFill>
                  <a:srgbClr val="080882"/>
                </a:solidFill>
                <a:latin typeface="Arial Black"/>
                <a:cs typeface="Arial Black"/>
              </a:rPr>
              <a:t>THE </a:t>
            </a:r>
            <a:r>
              <a:rPr sz="5200" spc="-434" dirty="0">
                <a:solidFill>
                  <a:srgbClr val="080882"/>
                </a:solidFill>
                <a:latin typeface="Arial Black"/>
                <a:cs typeface="Arial Black"/>
              </a:rPr>
              <a:t>PROBLEM</a:t>
            </a:r>
            <a:endParaRPr sz="5200">
              <a:latin typeface="Arial Black"/>
              <a:cs typeface="Arial Black"/>
            </a:endParaRPr>
          </a:p>
          <a:p>
            <a:pPr marL="123825" marR="422909">
              <a:lnSpc>
                <a:spcPct val="116100"/>
              </a:lnSpc>
              <a:spcBef>
                <a:spcPts val="3410"/>
              </a:spcBef>
            </a:pPr>
            <a:r>
              <a:rPr sz="2800" spc="-240" dirty="0">
                <a:latin typeface="Arial Black"/>
                <a:cs typeface="Arial Black"/>
              </a:rPr>
              <a:t>Existing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240" dirty="0">
                <a:latin typeface="Arial Black"/>
                <a:cs typeface="Arial Black"/>
              </a:rPr>
              <a:t>systems</a:t>
            </a:r>
            <a:r>
              <a:rPr sz="2800" spc="-229" dirty="0">
                <a:latin typeface="Arial Black"/>
                <a:cs typeface="Arial Black"/>
              </a:rPr>
              <a:t> </a:t>
            </a:r>
            <a:r>
              <a:rPr sz="2800" spc="-175" dirty="0">
                <a:latin typeface="Arial Black"/>
                <a:cs typeface="Arial Black"/>
              </a:rPr>
              <a:t>detect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one</a:t>
            </a:r>
            <a:r>
              <a:rPr sz="2800" spc="-229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disease </a:t>
            </a:r>
            <a:r>
              <a:rPr sz="2800" spc="-195" dirty="0">
                <a:latin typeface="Arial Black"/>
                <a:cs typeface="Arial Black"/>
              </a:rPr>
              <a:t>at</a:t>
            </a:r>
            <a:r>
              <a:rPr sz="2800" spc="-229" dirty="0">
                <a:latin typeface="Arial Black"/>
                <a:cs typeface="Arial Black"/>
              </a:rPr>
              <a:t> </a:t>
            </a:r>
            <a:r>
              <a:rPr sz="2800" spc="-330" dirty="0">
                <a:latin typeface="Arial Black"/>
                <a:cs typeface="Arial Black"/>
              </a:rPr>
              <a:t>a </a:t>
            </a:r>
            <a:r>
              <a:rPr sz="2800" spc="-20" dirty="0">
                <a:latin typeface="Arial Black"/>
                <a:cs typeface="Arial Black"/>
              </a:rPr>
              <a:t>time</a:t>
            </a:r>
            <a:endParaRPr sz="2800">
              <a:latin typeface="Arial Black"/>
              <a:cs typeface="Arial Black"/>
            </a:endParaRPr>
          </a:p>
          <a:p>
            <a:pPr marL="123825" marR="713105">
              <a:lnSpc>
                <a:spcPct val="116100"/>
              </a:lnSpc>
            </a:pPr>
            <a:r>
              <a:rPr sz="2800" spc="-120" dirty="0">
                <a:latin typeface="Arial Black"/>
                <a:cs typeface="Arial Black"/>
              </a:rPr>
              <a:t>Multiple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disease </a:t>
            </a:r>
            <a:r>
              <a:rPr sz="2800" spc="-245" dirty="0">
                <a:latin typeface="Arial Black"/>
                <a:cs typeface="Arial Black"/>
              </a:rPr>
              <a:t>can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200" dirty="0">
                <a:latin typeface="Arial Black"/>
                <a:cs typeface="Arial Black"/>
              </a:rPr>
              <a:t>occur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120" dirty="0">
                <a:latin typeface="Arial Black"/>
                <a:cs typeface="Arial Black"/>
              </a:rPr>
              <a:t>on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one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95" dirty="0">
                <a:latin typeface="Arial Black"/>
                <a:cs typeface="Arial Black"/>
              </a:rPr>
              <a:t>leaf </a:t>
            </a:r>
            <a:r>
              <a:rPr sz="2800" spc="-60" dirty="0">
                <a:latin typeface="Arial Black"/>
                <a:cs typeface="Arial Black"/>
              </a:rPr>
              <a:t>Co-</a:t>
            </a:r>
            <a:r>
              <a:rPr sz="2800" spc="-204" dirty="0">
                <a:latin typeface="Arial Black"/>
                <a:cs typeface="Arial Black"/>
              </a:rPr>
              <a:t>occurrence</a:t>
            </a:r>
            <a:r>
              <a:rPr sz="2800" spc="-210" dirty="0">
                <a:latin typeface="Arial Black"/>
                <a:cs typeface="Arial Black"/>
              </a:rPr>
              <a:t> may</a:t>
            </a:r>
            <a:r>
              <a:rPr sz="2800" spc="-204" dirty="0">
                <a:latin typeface="Arial Black"/>
                <a:cs typeface="Arial Black"/>
              </a:rPr>
              <a:t> </a:t>
            </a:r>
            <a:r>
              <a:rPr sz="2800" spc="-70" dirty="0">
                <a:latin typeface="Arial Black"/>
                <a:cs typeface="Arial Black"/>
              </a:rPr>
              <a:t>cause:</a:t>
            </a:r>
            <a:endParaRPr sz="2800">
              <a:latin typeface="Arial Black"/>
              <a:cs typeface="Arial Black"/>
            </a:endParaRPr>
          </a:p>
          <a:p>
            <a:pPr marL="1069975" indent="-37655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069975" algn="l"/>
              </a:tabLst>
            </a:pPr>
            <a:r>
              <a:rPr sz="2800" spc="-220" dirty="0">
                <a:latin typeface="Arial Black"/>
                <a:cs typeface="Arial Black"/>
              </a:rPr>
              <a:t>missed</a:t>
            </a:r>
            <a:r>
              <a:rPr sz="2800" spc="-229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disease</a:t>
            </a:r>
            <a:r>
              <a:rPr sz="2800" spc="-225" dirty="0">
                <a:latin typeface="Arial Black"/>
                <a:cs typeface="Arial Black"/>
              </a:rPr>
              <a:t> </a:t>
            </a:r>
            <a:r>
              <a:rPr sz="2800" spc="-45" dirty="0">
                <a:latin typeface="Arial Black"/>
                <a:cs typeface="Arial Black"/>
              </a:rPr>
              <a:t>detection</a:t>
            </a:r>
            <a:endParaRPr sz="2800">
              <a:latin typeface="Arial Black"/>
              <a:cs typeface="Arial Black"/>
            </a:endParaRPr>
          </a:p>
          <a:p>
            <a:pPr marL="1072515" indent="-37909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072515" algn="l"/>
              </a:tabLst>
            </a:pPr>
            <a:r>
              <a:rPr sz="2800" spc="-225" dirty="0">
                <a:latin typeface="Arial Black"/>
                <a:cs typeface="Arial Black"/>
              </a:rPr>
              <a:t>wrong </a:t>
            </a:r>
            <a:r>
              <a:rPr sz="2800" spc="-165" dirty="0">
                <a:latin typeface="Arial Black"/>
                <a:cs typeface="Arial Black"/>
              </a:rPr>
              <a:t>treatment</a:t>
            </a:r>
            <a:r>
              <a:rPr sz="2800" spc="-225" dirty="0">
                <a:latin typeface="Arial Black"/>
                <a:cs typeface="Arial Black"/>
              </a:rPr>
              <a:t> </a:t>
            </a:r>
            <a:r>
              <a:rPr sz="2800" spc="-50" dirty="0">
                <a:latin typeface="Arial Black"/>
                <a:cs typeface="Arial Black"/>
              </a:rPr>
              <a:t>decision</a:t>
            </a:r>
            <a:endParaRPr sz="2800">
              <a:latin typeface="Arial Black"/>
              <a:cs typeface="Arial Black"/>
            </a:endParaRPr>
          </a:p>
          <a:p>
            <a:pPr marL="1076325" indent="-38290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1076325" algn="l"/>
              </a:tabLst>
            </a:pPr>
            <a:r>
              <a:rPr sz="2800" spc="-165" dirty="0">
                <a:latin typeface="Arial Black"/>
                <a:cs typeface="Arial Black"/>
              </a:rPr>
              <a:t>incomplete</a:t>
            </a:r>
            <a:r>
              <a:rPr sz="2800" spc="-225" dirty="0">
                <a:latin typeface="Arial Black"/>
                <a:cs typeface="Arial Black"/>
              </a:rPr>
              <a:t> </a:t>
            </a:r>
            <a:r>
              <a:rPr sz="2800" spc="-150" dirty="0">
                <a:latin typeface="Arial Black"/>
                <a:cs typeface="Arial Black"/>
              </a:rPr>
              <a:t>farmer</a:t>
            </a:r>
            <a:r>
              <a:rPr sz="2800" spc="-225" dirty="0">
                <a:latin typeface="Arial Black"/>
                <a:cs typeface="Arial Black"/>
              </a:rPr>
              <a:t> </a:t>
            </a:r>
            <a:r>
              <a:rPr sz="2800" spc="-65" dirty="0">
                <a:latin typeface="Arial Black"/>
                <a:cs typeface="Arial Black"/>
              </a:rPr>
              <a:t>guidance</a:t>
            </a:r>
            <a:endParaRPr sz="2800">
              <a:latin typeface="Arial Black"/>
              <a:cs typeface="Arial Black"/>
            </a:endParaRPr>
          </a:p>
          <a:p>
            <a:pPr marL="123825" marR="5080">
              <a:lnSpc>
                <a:spcPct val="116100"/>
              </a:lnSpc>
            </a:pPr>
            <a:r>
              <a:rPr sz="2800" spc="-165" dirty="0">
                <a:latin typeface="Arial Black"/>
                <a:cs typeface="Arial Black"/>
              </a:rPr>
              <a:t>Limited</a:t>
            </a:r>
            <a:r>
              <a:rPr sz="2800" spc="-210" dirty="0">
                <a:latin typeface="Arial Black"/>
                <a:cs typeface="Arial Black"/>
              </a:rPr>
              <a:t> </a:t>
            </a:r>
            <a:r>
              <a:rPr sz="2800" spc="-90" dirty="0">
                <a:latin typeface="Arial Black"/>
                <a:cs typeface="Arial Black"/>
              </a:rPr>
              <a:t>co-</a:t>
            </a:r>
            <a:r>
              <a:rPr sz="2800" spc="-204" dirty="0">
                <a:latin typeface="Arial Black"/>
                <a:cs typeface="Arial Black"/>
              </a:rPr>
              <a:t>occurrence </a:t>
            </a:r>
            <a:r>
              <a:rPr sz="2800" spc="-200" dirty="0">
                <a:latin typeface="Arial Black"/>
                <a:cs typeface="Arial Black"/>
              </a:rPr>
              <a:t>dataset</a:t>
            </a:r>
            <a:r>
              <a:rPr sz="2800" spc="-210" dirty="0">
                <a:latin typeface="Arial Black"/>
                <a:cs typeface="Arial Black"/>
              </a:rPr>
              <a:t> </a:t>
            </a:r>
            <a:r>
              <a:rPr sz="2800" spc="-130" dirty="0">
                <a:latin typeface="Arial Black"/>
                <a:cs typeface="Arial Black"/>
              </a:rPr>
              <a:t>availability </a:t>
            </a:r>
            <a:r>
              <a:rPr sz="2800" spc="-125" dirty="0">
                <a:latin typeface="Arial Black"/>
                <a:cs typeface="Arial Black"/>
              </a:rPr>
              <a:t>Only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one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disease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270" dirty="0">
                <a:latin typeface="Arial Black"/>
                <a:cs typeface="Arial Black"/>
              </a:rPr>
              <a:t>class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130" dirty="0">
                <a:latin typeface="Arial Black"/>
                <a:cs typeface="Arial Black"/>
              </a:rPr>
              <a:t>per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20" dirty="0">
                <a:latin typeface="Arial Black"/>
                <a:cs typeface="Arial Black"/>
              </a:rPr>
              <a:t>image </a:t>
            </a:r>
            <a:r>
              <a:rPr sz="2800" spc="-135" dirty="0">
                <a:latin typeface="Arial Black"/>
                <a:cs typeface="Arial Black"/>
              </a:rPr>
              <a:t>Symptom-</a:t>
            </a:r>
            <a:r>
              <a:rPr sz="2800" spc="-155" dirty="0">
                <a:latin typeface="Arial Black"/>
                <a:cs typeface="Arial Black"/>
              </a:rPr>
              <a:t>level</a:t>
            </a:r>
            <a:r>
              <a:rPr sz="2800" spc="-170" dirty="0">
                <a:latin typeface="Arial Black"/>
                <a:cs typeface="Arial Black"/>
              </a:rPr>
              <a:t> </a:t>
            </a:r>
            <a:r>
              <a:rPr sz="2800" spc="-40" dirty="0">
                <a:latin typeface="Arial Black"/>
                <a:cs typeface="Arial Black"/>
              </a:rPr>
              <a:t>detection</a:t>
            </a:r>
            <a:endParaRPr sz="2800">
              <a:latin typeface="Arial Black"/>
              <a:cs typeface="Arial Black"/>
            </a:endParaRPr>
          </a:p>
          <a:p>
            <a:pPr marL="123825">
              <a:lnSpc>
                <a:spcPct val="100000"/>
              </a:lnSpc>
              <a:spcBef>
                <a:spcPts val="540"/>
              </a:spcBef>
            </a:pPr>
            <a:r>
              <a:rPr sz="2800" spc="-215" dirty="0">
                <a:latin typeface="Arial Black"/>
                <a:cs typeface="Arial Black"/>
              </a:rPr>
              <a:t>Treatment</a:t>
            </a:r>
            <a:r>
              <a:rPr sz="2800" spc="-204" dirty="0">
                <a:latin typeface="Arial Black"/>
                <a:cs typeface="Arial Black"/>
              </a:rPr>
              <a:t> </a:t>
            </a:r>
            <a:r>
              <a:rPr sz="2800" spc="-95" dirty="0">
                <a:latin typeface="Arial Black"/>
                <a:cs typeface="Arial Black"/>
              </a:rPr>
              <a:t>recommendation</a:t>
            </a:r>
            <a:endParaRPr sz="2800">
              <a:latin typeface="Arial Black"/>
              <a:cs typeface="Arial Black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18540" y="3267314"/>
            <a:ext cx="123825" cy="1238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18540" y="3762614"/>
            <a:ext cx="123825" cy="1238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18540" y="5743814"/>
            <a:ext cx="123825" cy="12382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8540" y="6734414"/>
            <a:ext cx="123825" cy="123824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9924481" y="1785416"/>
            <a:ext cx="7631430" cy="5213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56665" algn="ctr">
              <a:lnSpc>
                <a:spcPct val="100000"/>
              </a:lnSpc>
              <a:spcBef>
                <a:spcPts val="100"/>
              </a:spcBef>
            </a:pPr>
            <a:r>
              <a:rPr sz="5200" spc="-450" dirty="0">
                <a:solidFill>
                  <a:srgbClr val="080882"/>
                </a:solidFill>
                <a:latin typeface="Arial Black"/>
                <a:cs typeface="Arial Black"/>
              </a:rPr>
              <a:t>SOLUTION</a:t>
            </a:r>
            <a:endParaRPr sz="5200">
              <a:latin typeface="Arial Black"/>
              <a:cs typeface="Arial Black"/>
            </a:endParaRPr>
          </a:p>
          <a:p>
            <a:pPr marL="12700" marR="29845">
              <a:lnSpc>
                <a:spcPct val="116100"/>
              </a:lnSpc>
              <a:spcBef>
                <a:spcPts val="3410"/>
              </a:spcBef>
            </a:pPr>
            <a:r>
              <a:rPr sz="2800" spc="-240" dirty="0">
                <a:latin typeface="Arial Black"/>
                <a:cs typeface="Arial Black"/>
              </a:rPr>
              <a:t>YOLOv8m</a:t>
            </a:r>
            <a:r>
              <a:rPr sz="2800" spc="-204" dirty="0">
                <a:latin typeface="Arial Black"/>
                <a:cs typeface="Arial Black"/>
              </a:rPr>
              <a:t> </a:t>
            </a:r>
            <a:r>
              <a:rPr sz="2800" spc="-135" dirty="0">
                <a:latin typeface="Arial Black"/>
                <a:cs typeface="Arial Black"/>
              </a:rPr>
              <a:t>symptom-</a:t>
            </a:r>
            <a:r>
              <a:rPr sz="2800" spc="-155" dirty="0">
                <a:latin typeface="Arial Black"/>
                <a:cs typeface="Arial Black"/>
              </a:rPr>
              <a:t>level</a:t>
            </a:r>
            <a:r>
              <a:rPr sz="2800" spc="-200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disease</a:t>
            </a:r>
            <a:r>
              <a:rPr sz="2800" spc="-200" dirty="0">
                <a:latin typeface="Arial Black"/>
                <a:cs typeface="Arial Black"/>
              </a:rPr>
              <a:t> </a:t>
            </a:r>
            <a:r>
              <a:rPr sz="2800" spc="-130" dirty="0">
                <a:latin typeface="Arial Black"/>
                <a:cs typeface="Arial Black"/>
              </a:rPr>
              <a:t>detection </a:t>
            </a:r>
            <a:r>
              <a:rPr sz="2800" spc="-70" dirty="0">
                <a:latin typeface="Arial Black"/>
                <a:cs typeface="Arial Black"/>
              </a:rPr>
              <a:t>Detects:</a:t>
            </a:r>
            <a:endParaRPr sz="2800">
              <a:latin typeface="Arial Black"/>
              <a:cs typeface="Arial Black"/>
            </a:endParaRPr>
          </a:p>
          <a:p>
            <a:pPr marL="455295" indent="-37655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55295" algn="l"/>
              </a:tabLst>
            </a:pPr>
            <a:r>
              <a:rPr sz="2800" spc="-180" dirty="0">
                <a:latin typeface="Arial Black"/>
                <a:cs typeface="Arial Black"/>
              </a:rPr>
              <a:t>Early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Blight</a:t>
            </a:r>
            <a:endParaRPr sz="2800">
              <a:latin typeface="Arial Black"/>
              <a:cs typeface="Arial Black"/>
            </a:endParaRPr>
          </a:p>
          <a:p>
            <a:pPr marL="457834" indent="-379095">
              <a:lnSpc>
                <a:spcPct val="100000"/>
              </a:lnSpc>
              <a:spcBef>
                <a:spcPts val="540"/>
              </a:spcBef>
              <a:buAutoNum type="arabicPeriod"/>
              <a:tabLst>
                <a:tab pos="457834" algn="l"/>
              </a:tabLst>
            </a:pPr>
            <a:r>
              <a:rPr sz="2800" spc="-229" dirty="0">
                <a:latin typeface="Arial Black"/>
                <a:cs typeface="Arial Black"/>
              </a:rPr>
              <a:t>Late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Blight</a:t>
            </a:r>
            <a:endParaRPr sz="2800">
              <a:latin typeface="Arial Black"/>
              <a:cs typeface="Arial Black"/>
            </a:endParaRPr>
          </a:p>
          <a:p>
            <a:pPr marL="12700" marR="5080" indent="448945">
              <a:lnSpc>
                <a:spcPct val="116100"/>
              </a:lnSpc>
              <a:buAutoNum type="arabicPeriod"/>
              <a:tabLst>
                <a:tab pos="461645" algn="l"/>
              </a:tabLst>
            </a:pPr>
            <a:r>
              <a:rPr sz="2800" spc="-180" dirty="0">
                <a:latin typeface="Arial Black"/>
                <a:cs typeface="Arial Black"/>
              </a:rPr>
              <a:t>Early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65" dirty="0">
                <a:latin typeface="Arial Black"/>
                <a:cs typeface="Arial Black"/>
              </a:rPr>
              <a:t>Blight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390" dirty="0">
                <a:latin typeface="Arial Black"/>
                <a:cs typeface="Arial Black"/>
              </a:rPr>
              <a:t>+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229" dirty="0">
                <a:latin typeface="Arial Black"/>
                <a:cs typeface="Arial Black"/>
              </a:rPr>
              <a:t>Late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65" dirty="0">
                <a:latin typeface="Arial Black"/>
                <a:cs typeface="Arial Black"/>
              </a:rPr>
              <a:t>Blight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70" dirty="0">
                <a:latin typeface="Arial Black"/>
                <a:cs typeface="Arial Black"/>
              </a:rPr>
              <a:t>(Co-</a:t>
            </a:r>
            <a:r>
              <a:rPr sz="2800" spc="-165" dirty="0">
                <a:latin typeface="Arial Black"/>
                <a:cs typeface="Arial Black"/>
              </a:rPr>
              <a:t>occurrence) </a:t>
            </a:r>
            <a:r>
              <a:rPr sz="2800" spc="-105" dirty="0">
                <a:latin typeface="Arial Black"/>
                <a:cs typeface="Arial Black"/>
              </a:rPr>
              <a:t>Hybrid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290" dirty="0">
                <a:latin typeface="Arial Black"/>
                <a:cs typeface="Arial Black"/>
              </a:rPr>
              <a:t>YOLO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390" dirty="0">
                <a:latin typeface="Arial Black"/>
                <a:cs typeface="Arial Black"/>
              </a:rPr>
              <a:t>+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29" dirty="0">
                <a:latin typeface="Arial Black"/>
                <a:cs typeface="Arial Black"/>
              </a:rPr>
              <a:t>Patch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190" dirty="0">
                <a:latin typeface="Arial Black"/>
                <a:cs typeface="Arial Black"/>
              </a:rPr>
              <a:t>classifier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180" dirty="0">
                <a:latin typeface="Arial Black"/>
                <a:cs typeface="Arial Black"/>
              </a:rPr>
              <a:t>tested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5" dirty="0">
                <a:latin typeface="Arial Black"/>
                <a:cs typeface="Arial Black"/>
              </a:rPr>
              <a:t>for </a:t>
            </a:r>
            <a:r>
              <a:rPr sz="2800" spc="-70" dirty="0">
                <a:latin typeface="Arial Black"/>
                <a:cs typeface="Arial Black"/>
              </a:rPr>
              <a:t>verification</a:t>
            </a:r>
            <a:endParaRPr sz="2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spc="-195" dirty="0">
                <a:latin typeface="Arial Black"/>
                <a:cs typeface="Arial Black"/>
              </a:rPr>
              <a:t>RAG-</a:t>
            </a:r>
            <a:r>
              <a:rPr sz="2800" spc="-204" dirty="0">
                <a:latin typeface="Arial Black"/>
                <a:cs typeface="Arial Black"/>
              </a:rPr>
              <a:t>based </a:t>
            </a:r>
            <a:r>
              <a:rPr sz="2800" spc="-165" dirty="0">
                <a:latin typeface="Arial Black"/>
                <a:cs typeface="Arial Black"/>
              </a:rPr>
              <a:t>treatment</a:t>
            </a:r>
            <a:r>
              <a:rPr sz="2800" spc="-200" dirty="0">
                <a:latin typeface="Arial Black"/>
                <a:cs typeface="Arial Black"/>
              </a:rPr>
              <a:t> </a:t>
            </a:r>
            <a:r>
              <a:rPr sz="2800" spc="-90" dirty="0">
                <a:latin typeface="Arial Black"/>
                <a:cs typeface="Arial Black"/>
              </a:rPr>
              <a:t>recommendation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01679" y="9451136"/>
            <a:ext cx="7484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130" dirty="0">
                <a:latin typeface="Century Gothic"/>
                <a:cs typeface="Century Gothic"/>
              </a:rPr>
              <a:t>IT22190734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-1305" dirty="0">
                <a:latin typeface="Century Gothic"/>
                <a:cs typeface="Century Gothic"/>
              </a:rPr>
              <a:t>|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145" dirty="0">
                <a:latin typeface="Century Gothic"/>
                <a:cs typeface="Century Gothic"/>
              </a:rPr>
              <a:t>FARTHAS</a:t>
            </a:r>
            <a:r>
              <a:rPr sz="3400" spc="-90" dirty="0">
                <a:latin typeface="Century Gothic"/>
                <a:cs typeface="Century Gothic"/>
              </a:rPr>
              <a:t> </a:t>
            </a:r>
            <a:r>
              <a:rPr sz="3400" spc="-1305" dirty="0">
                <a:latin typeface="Century Gothic"/>
                <a:cs typeface="Century Gothic"/>
              </a:rPr>
              <a:t>|</a:t>
            </a:r>
            <a:r>
              <a:rPr sz="3400" spc="-85" dirty="0">
                <a:latin typeface="Century Gothic"/>
                <a:cs typeface="Century Gothic"/>
              </a:rPr>
              <a:t> </a:t>
            </a:r>
            <a:r>
              <a:rPr sz="3400" spc="135" dirty="0">
                <a:latin typeface="Century Gothic"/>
                <a:cs typeface="Century Gothic"/>
              </a:rPr>
              <a:t>R26-</a:t>
            </a:r>
            <a:r>
              <a:rPr sz="3400" spc="245" dirty="0">
                <a:latin typeface="Century Gothic"/>
                <a:cs typeface="Century Gothic"/>
              </a:rPr>
              <a:t>SE-</a:t>
            </a:r>
            <a:r>
              <a:rPr sz="3400" spc="145" dirty="0">
                <a:latin typeface="Century Gothic"/>
                <a:cs typeface="Century Gothic"/>
              </a:rPr>
              <a:t>032</a:t>
            </a:r>
            <a:endParaRPr sz="34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698930" y="0"/>
            <a:ext cx="3598545" cy="3092450"/>
            <a:chOff x="14698930" y="0"/>
            <a:chExt cx="3598545" cy="3092450"/>
          </a:xfrm>
        </p:grpSpPr>
        <p:sp>
          <p:nvSpPr>
            <p:cNvPr id="3" name="object 3"/>
            <p:cNvSpPr/>
            <p:nvPr/>
          </p:nvSpPr>
          <p:spPr>
            <a:xfrm>
              <a:off x="14698930" y="0"/>
              <a:ext cx="3589654" cy="3092450"/>
            </a:xfrm>
            <a:custGeom>
              <a:avLst/>
              <a:gdLst/>
              <a:ahLst/>
              <a:cxnLst/>
              <a:rect l="l" t="t" r="r" b="b"/>
              <a:pathLst>
                <a:path w="3589655" h="3092450">
                  <a:moveTo>
                    <a:pt x="3589069" y="3091834"/>
                  </a:moveTo>
                  <a:lnTo>
                    <a:pt x="3335101" y="3019436"/>
                  </a:lnTo>
                  <a:lnTo>
                    <a:pt x="3290987" y="2994036"/>
                  </a:lnTo>
                  <a:lnTo>
                    <a:pt x="3159095" y="2955936"/>
                  </a:lnTo>
                  <a:lnTo>
                    <a:pt x="3115289" y="2930536"/>
                  </a:lnTo>
                  <a:lnTo>
                    <a:pt x="3027924" y="2905136"/>
                  </a:lnTo>
                  <a:lnTo>
                    <a:pt x="2984371" y="2879736"/>
                  </a:lnTo>
                  <a:lnTo>
                    <a:pt x="2940906" y="2867036"/>
                  </a:lnTo>
                  <a:lnTo>
                    <a:pt x="2897533" y="2841636"/>
                  </a:lnTo>
                  <a:lnTo>
                    <a:pt x="2854253" y="2828936"/>
                  </a:lnTo>
                  <a:lnTo>
                    <a:pt x="2811068" y="2803536"/>
                  </a:lnTo>
                  <a:lnTo>
                    <a:pt x="2767981" y="2790836"/>
                  </a:lnTo>
                  <a:lnTo>
                    <a:pt x="2682108" y="2740036"/>
                  </a:lnTo>
                  <a:lnTo>
                    <a:pt x="2639327" y="2727336"/>
                  </a:lnTo>
                  <a:lnTo>
                    <a:pt x="2554086" y="2676536"/>
                  </a:lnTo>
                  <a:lnTo>
                    <a:pt x="2523023" y="2667244"/>
                  </a:lnTo>
                  <a:lnTo>
                    <a:pt x="2193978" y="2471202"/>
                  </a:lnTo>
                  <a:lnTo>
                    <a:pt x="2054564" y="2384436"/>
                  </a:lnTo>
                  <a:lnTo>
                    <a:pt x="1857071" y="2257436"/>
                  </a:lnTo>
                  <a:lnTo>
                    <a:pt x="1818454" y="2219336"/>
                  </a:lnTo>
                  <a:lnTo>
                    <a:pt x="1666940" y="2117736"/>
                  </a:lnTo>
                  <a:lnTo>
                    <a:pt x="1629803" y="2079636"/>
                  </a:lnTo>
                  <a:lnTo>
                    <a:pt x="1556423" y="2028836"/>
                  </a:lnTo>
                  <a:lnTo>
                    <a:pt x="1520182" y="1990736"/>
                  </a:lnTo>
                  <a:lnTo>
                    <a:pt x="1484239" y="1965336"/>
                  </a:lnTo>
                  <a:lnTo>
                    <a:pt x="1448597" y="1927236"/>
                  </a:lnTo>
                  <a:lnTo>
                    <a:pt x="1378215" y="1876436"/>
                  </a:lnTo>
                  <a:lnTo>
                    <a:pt x="1343476" y="1838336"/>
                  </a:lnTo>
                  <a:lnTo>
                    <a:pt x="1309040" y="1812936"/>
                  </a:lnTo>
                  <a:lnTo>
                    <a:pt x="1274906" y="1774836"/>
                  </a:lnTo>
                  <a:lnTo>
                    <a:pt x="1241076" y="1749436"/>
                  </a:lnTo>
                  <a:lnTo>
                    <a:pt x="1174327" y="1673236"/>
                  </a:lnTo>
                  <a:lnTo>
                    <a:pt x="1141410" y="1647836"/>
                  </a:lnTo>
                  <a:lnTo>
                    <a:pt x="1108799" y="1609736"/>
                  </a:lnTo>
                  <a:lnTo>
                    <a:pt x="1076494" y="1584336"/>
                  </a:lnTo>
                  <a:lnTo>
                    <a:pt x="1012804" y="1508136"/>
                  </a:lnTo>
                  <a:lnTo>
                    <a:pt x="981421" y="1482736"/>
                  </a:lnTo>
                  <a:lnTo>
                    <a:pt x="919580" y="1406536"/>
                  </a:lnTo>
                  <a:lnTo>
                    <a:pt x="889123" y="1381136"/>
                  </a:lnTo>
                  <a:lnTo>
                    <a:pt x="799616" y="1266836"/>
                  </a:lnTo>
                  <a:lnTo>
                    <a:pt x="770403" y="1241436"/>
                  </a:lnTo>
                  <a:lnTo>
                    <a:pt x="656678" y="1089036"/>
                  </a:lnTo>
                  <a:lnTo>
                    <a:pt x="629032" y="1050936"/>
                  </a:lnTo>
                  <a:lnTo>
                    <a:pt x="601701" y="1025536"/>
                  </a:lnTo>
                  <a:lnTo>
                    <a:pt x="495538" y="873136"/>
                  </a:lnTo>
                  <a:lnTo>
                    <a:pt x="394460" y="720736"/>
                  </a:lnTo>
                  <a:lnTo>
                    <a:pt x="298503" y="568336"/>
                  </a:lnTo>
                  <a:lnTo>
                    <a:pt x="229917" y="454036"/>
                  </a:lnTo>
                  <a:lnTo>
                    <a:pt x="207702" y="403236"/>
                  </a:lnTo>
                  <a:lnTo>
                    <a:pt x="122094" y="250836"/>
                  </a:lnTo>
                  <a:lnTo>
                    <a:pt x="81248" y="174636"/>
                  </a:lnTo>
                  <a:lnTo>
                    <a:pt x="61316" y="123836"/>
                  </a:lnTo>
                  <a:lnTo>
                    <a:pt x="3494" y="9536"/>
                  </a:lnTo>
                  <a:lnTo>
                    <a:pt x="0" y="0"/>
                  </a:lnTo>
                  <a:lnTo>
                    <a:pt x="3589069" y="0"/>
                  </a:lnTo>
                  <a:lnTo>
                    <a:pt x="3589069" y="3091834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44675" y="0"/>
              <a:ext cx="2943860" cy="2950845"/>
            </a:xfrm>
            <a:custGeom>
              <a:avLst/>
              <a:gdLst/>
              <a:ahLst/>
              <a:cxnLst/>
              <a:rect l="l" t="t" r="r" b="b"/>
              <a:pathLst>
                <a:path w="2943859" h="2950845">
                  <a:moveTo>
                    <a:pt x="2943324" y="2950694"/>
                  </a:moveTo>
                  <a:lnTo>
                    <a:pt x="2901906" y="2938541"/>
                  </a:lnTo>
                  <a:lnTo>
                    <a:pt x="2858722" y="2913141"/>
                  </a:lnTo>
                  <a:lnTo>
                    <a:pt x="2815634" y="2900441"/>
                  </a:lnTo>
                  <a:lnTo>
                    <a:pt x="2729762" y="2849641"/>
                  </a:lnTo>
                  <a:lnTo>
                    <a:pt x="2686981" y="2836941"/>
                  </a:lnTo>
                  <a:lnTo>
                    <a:pt x="2601740" y="2786141"/>
                  </a:lnTo>
                  <a:lnTo>
                    <a:pt x="2241628" y="2580805"/>
                  </a:lnTo>
                  <a:lnTo>
                    <a:pt x="2102218" y="2494041"/>
                  </a:lnTo>
                  <a:lnTo>
                    <a:pt x="1904725" y="2367041"/>
                  </a:lnTo>
                  <a:lnTo>
                    <a:pt x="1866108" y="2328941"/>
                  </a:lnTo>
                  <a:lnTo>
                    <a:pt x="1714594" y="2227341"/>
                  </a:lnTo>
                  <a:lnTo>
                    <a:pt x="1677457" y="2189241"/>
                  </a:lnTo>
                  <a:lnTo>
                    <a:pt x="1604077" y="2138441"/>
                  </a:lnTo>
                  <a:lnTo>
                    <a:pt x="1567836" y="2100341"/>
                  </a:lnTo>
                  <a:lnTo>
                    <a:pt x="1531893" y="2074941"/>
                  </a:lnTo>
                  <a:lnTo>
                    <a:pt x="1496251" y="2036841"/>
                  </a:lnTo>
                  <a:lnTo>
                    <a:pt x="1425869" y="1986041"/>
                  </a:lnTo>
                  <a:lnTo>
                    <a:pt x="1391130" y="1947941"/>
                  </a:lnTo>
                  <a:lnTo>
                    <a:pt x="1356694" y="1922541"/>
                  </a:lnTo>
                  <a:lnTo>
                    <a:pt x="1322560" y="1884441"/>
                  </a:lnTo>
                  <a:lnTo>
                    <a:pt x="1288730" y="1859041"/>
                  </a:lnTo>
                  <a:lnTo>
                    <a:pt x="1221981" y="1782841"/>
                  </a:lnTo>
                  <a:lnTo>
                    <a:pt x="1189064" y="1757441"/>
                  </a:lnTo>
                  <a:lnTo>
                    <a:pt x="1156453" y="1719341"/>
                  </a:lnTo>
                  <a:lnTo>
                    <a:pt x="1124148" y="1693941"/>
                  </a:lnTo>
                  <a:lnTo>
                    <a:pt x="1060458" y="1617741"/>
                  </a:lnTo>
                  <a:lnTo>
                    <a:pt x="1029075" y="1592341"/>
                  </a:lnTo>
                  <a:lnTo>
                    <a:pt x="967234" y="1516141"/>
                  </a:lnTo>
                  <a:lnTo>
                    <a:pt x="936777" y="1490741"/>
                  </a:lnTo>
                  <a:lnTo>
                    <a:pt x="847270" y="1376441"/>
                  </a:lnTo>
                  <a:lnTo>
                    <a:pt x="818056" y="1351041"/>
                  </a:lnTo>
                  <a:lnTo>
                    <a:pt x="704332" y="1198641"/>
                  </a:lnTo>
                  <a:lnTo>
                    <a:pt x="676686" y="1160541"/>
                  </a:lnTo>
                  <a:lnTo>
                    <a:pt x="649355" y="1135141"/>
                  </a:lnTo>
                  <a:lnTo>
                    <a:pt x="543192" y="982741"/>
                  </a:lnTo>
                  <a:lnTo>
                    <a:pt x="442114" y="830341"/>
                  </a:lnTo>
                  <a:lnTo>
                    <a:pt x="346157" y="677941"/>
                  </a:lnTo>
                  <a:lnTo>
                    <a:pt x="277571" y="563641"/>
                  </a:lnTo>
                  <a:lnTo>
                    <a:pt x="255356" y="512841"/>
                  </a:lnTo>
                  <a:lnTo>
                    <a:pt x="169748" y="360441"/>
                  </a:lnTo>
                  <a:lnTo>
                    <a:pt x="128902" y="284241"/>
                  </a:lnTo>
                  <a:lnTo>
                    <a:pt x="108970" y="233441"/>
                  </a:lnTo>
                  <a:lnTo>
                    <a:pt x="51148" y="119141"/>
                  </a:lnTo>
                  <a:lnTo>
                    <a:pt x="32533" y="68341"/>
                  </a:lnTo>
                  <a:lnTo>
                    <a:pt x="0" y="0"/>
                  </a:lnTo>
                  <a:lnTo>
                    <a:pt x="2943324" y="0"/>
                  </a:lnTo>
                  <a:lnTo>
                    <a:pt x="2943324" y="2950694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0685" y="0"/>
              <a:ext cx="3017314" cy="24691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33573" y="0"/>
              <a:ext cx="2063785" cy="180589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481" y="9068112"/>
            <a:ext cx="3238499" cy="82867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808070" y="2417042"/>
            <a:ext cx="152400" cy="5610225"/>
          </a:xfrm>
          <a:custGeom>
            <a:avLst/>
            <a:gdLst/>
            <a:ahLst/>
            <a:cxnLst/>
            <a:rect l="l" t="t" r="r" b="b"/>
            <a:pathLst>
              <a:path w="152400" h="5610225">
                <a:moveTo>
                  <a:pt x="152399" y="0"/>
                </a:moveTo>
                <a:lnTo>
                  <a:pt x="152399" y="5610168"/>
                </a:lnTo>
                <a:lnTo>
                  <a:pt x="0" y="5610168"/>
                </a:lnTo>
                <a:lnTo>
                  <a:pt x="0" y="0"/>
                </a:lnTo>
                <a:lnTo>
                  <a:pt x="152399" y="0"/>
                </a:lnTo>
                <a:close/>
              </a:path>
            </a:pathLst>
          </a:custGeom>
          <a:solidFill>
            <a:srgbClr val="E72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212924" y="3891020"/>
            <a:ext cx="281940" cy="36830"/>
          </a:xfrm>
          <a:custGeom>
            <a:avLst/>
            <a:gdLst/>
            <a:ahLst/>
            <a:cxnLst/>
            <a:rect l="l" t="t" r="r" b="b"/>
            <a:pathLst>
              <a:path w="281940" h="36829">
                <a:moveTo>
                  <a:pt x="264433" y="36525"/>
                </a:moveTo>
                <a:lnTo>
                  <a:pt x="17389" y="36525"/>
                </a:lnTo>
                <a:lnTo>
                  <a:pt x="4347" y="30818"/>
                </a:lnTo>
                <a:lnTo>
                  <a:pt x="0" y="18262"/>
                </a:lnTo>
                <a:lnTo>
                  <a:pt x="4347" y="5707"/>
                </a:lnTo>
                <a:lnTo>
                  <a:pt x="17389" y="0"/>
                </a:lnTo>
                <a:lnTo>
                  <a:pt x="264433" y="0"/>
                </a:lnTo>
                <a:lnTo>
                  <a:pt x="277475" y="5707"/>
                </a:lnTo>
                <a:lnTo>
                  <a:pt x="281822" y="18262"/>
                </a:lnTo>
                <a:lnTo>
                  <a:pt x="277475" y="30818"/>
                </a:lnTo>
                <a:lnTo>
                  <a:pt x="264433" y="3652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212923" y="3808094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19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63" y="0"/>
                </a:lnTo>
                <a:lnTo>
                  <a:pt x="179438" y="5816"/>
                </a:lnTo>
                <a:lnTo>
                  <a:pt x="173824" y="17691"/>
                </a:lnTo>
                <a:lnTo>
                  <a:pt x="179336" y="30797"/>
                </a:lnTo>
                <a:lnTo>
                  <a:pt x="301002" y="146608"/>
                </a:lnTo>
                <a:lnTo>
                  <a:pt x="275666" y="173164"/>
                </a:lnTo>
                <a:lnTo>
                  <a:pt x="264426" y="168236"/>
                </a:lnTo>
                <a:lnTo>
                  <a:pt x="17386" y="168236"/>
                </a:lnTo>
                <a:lnTo>
                  <a:pt x="4343" y="173990"/>
                </a:lnTo>
                <a:lnTo>
                  <a:pt x="0" y="186537"/>
                </a:lnTo>
                <a:lnTo>
                  <a:pt x="4343" y="199072"/>
                </a:lnTo>
                <a:lnTo>
                  <a:pt x="17386" y="204762"/>
                </a:lnTo>
                <a:lnTo>
                  <a:pt x="245491" y="204762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47" y="276771"/>
                </a:lnTo>
                <a:lnTo>
                  <a:pt x="339356" y="158877"/>
                </a:lnTo>
                <a:lnTo>
                  <a:pt x="343154" y="152882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00"/>
              </a:spcBef>
            </a:pPr>
            <a:r>
              <a:rPr spc="-370" dirty="0"/>
              <a:t>Design</a:t>
            </a:r>
            <a:r>
              <a:rPr spc="-490" dirty="0"/>
              <a:t> </a:t>
            </a:r>
            <a:r>
              <a:rPr spc="-450" dirty="0"/>
              <a:t>Excellence</a:t>
            </a:r>
            <a:r>
              <a:rPr spc="-490" dirty="0"/>
              <a:t> </a:t>
            </a:r>
            <a:r>
              <a:rPr spc="725" dirty="0"/>
              <a:t>/</a:t>
            </a:r>
            <a:r>
              <a:rPr spc="-490" dirty="0"/>
              <a:t> </a:t>
            </a:r>
            <a:r>
              <a:rPr spc="-170" dirty="0"/>
              <a:t>Contribution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3678" y="2262827"/>
            <a:ext cx="7847330" cy="3979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980">
              <a:lnSpc>
                <a:spcPct val="100000"/>
              </a:lnSpc>
              <a:spcBef>
                <a:spcPts val="100"/>
              </a:spcBef>
            </a:pPr>
            <a:r>
              <a:rPr sz="5200" spc="-740" dirty="0">
                <a:solidFill>
                  <a:srgbClr val="080882"/>
                </a:solidFill>
                <a:latin typeface="Arial Black"/>
                <a:cs typeface="Arial Black"/>
              </a:rPr>
              <a:t>KEY</a:t>
            </a:r>
            <a:r>
              <a:rPr sz="5200" spc="-505" dirty="0">
                <a:solidFill>
                  <a:srgbClr val="080882"/>
                </a:solidFill>
                <a:latin typeface="Arial Black"/>
                <a:cs typeface="Arial Black"/>
              </a:rPr>
              <a:t> </a:t>
            </a:r>
            <a:r>
              <a:rPr sz="5200" spc="-450" dirty="0">
                <a:solidFill>
                  <a:srgbClr val="080882"/>
                </a:solidFill>
                <a:latin typeface="Arial Black"/>
                <a:cs typeface="Arial Black"/>
              </a:rPr>
              <a:t>CONTRIBUTION</a:t>
            </a:r>
            <a:endParaRPr sz="5200">
              <a:latin typeface="Arial Black"/>
              <a:cs typeface="Arial Black"/>
            </a:endParaRPr>
          </a:p>
          <a:p>
            <a:pPr marL="12700" marR="5080">
              <a:lnSpc>
                <a:spcPct val="151800"/>
              </a:lnSpc>
              <a:spcBef>
                <a:spcPts val="4490"/>
              </a:spcBef>
            </a:pPr>
            <a:r>
              <a:rPr sz="2800" spc="-100" dirty="0">
                <a:latin typeface="Arial Black"/>
                <a:cs typeface="Arial Black"/>
              </a:rPr>
              <a:t>End-</a:t>
            </a:r>
            <a:r>
              <a:rPr sz="2800" spc="-10" dirty="0">
                <a:latin typeface="Arial Black"/>
                <a:cs typeface="Arial Black"/>
              </a:rPr>
              <a:t>to-</a:t>
            </a:r>
            <a:r>
              <a:rPr sz="2800" spc="-140" dirty="0">
                <a:latin typeface="Arial Black"/>
                <a:cs typeface="Arial Black"/>
              </a:rPr>
              <a:t>end</a:t>
            </a:r>
            <a:r>
              <a:rPr sz="2800" spc="-225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tomato</a:t>
            </a:r>
            <a:r>
              <a:rPr sz="2800" spc="-220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disease</a:t>
            </a:r>
            <a:r>
              <a:rPr sz="2800" spc="-220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detection</a:t>
            </a:r>
            <a:r>
              <a:rPr sz="2800" spc="-220" dirty="0">
                <a:latin typeface="Arial Black"/>
                <a:cs typeface="Arial Black"/>
              </a:rPr>
              <a:t> </a:t>
            </a:r>
            <a:r>
              <a:rPr sz="2800" spc="-180" dirty="0">
                <a:latin typeface="Arial Black"/>
                <a:cs typeface="Arial Black"/>
              </a:rPr>
              <a:t>system </a:t>
            </a:r>
            <a:r>
              <a:rPr sz="2800" spc="-135" dirty="0">
                <a:latin typeface="Arial Black"/>
                <a:cs typeface="Arial Black"/>
              </a:rPr>
              <a:t>Symptom-</a:t>
            </a:r>
            <a:r>
              <a:rPr sz="2800" spc="-155" dirty="0">
                <a:latin typeface="Arial Black"/>
                <a:cs typeface="Arial Black"/>
              </a:rPr>
              <a:t>level</a:t>
            </a:r>
            <a:r>
              <a:rPr sz="2800" spc="-170" dirty="0">
                <a:latin typeface="Arial Black"/>
                <a:cs typeface="Arial Black"/>
              </a:rPr>
              <a:t> </a:t>
            </a:r>
            <a:r>
              <a:rPr sz="2800" spc="-40" dirty="0">
                <a:latin typeface="Arial Black"/>
                <a:cs typeface="Arial Black"/>
              </a:rPr>
              <a:t>detection</a:t>
            </a:r>
            <a:endParaRPr sz="2800">
              <a:latin typeface="Arial Black"/>
              <a:cs typeface="Arial Black"/>
            </a:endParaRPr>
          </a:p>
          <a:p>
            <a:pPr marL="12700" marR="1534160">
              <a:lnSpc>
                <a:spcPct val="151800"/>
              </a:lnSpc>
            </a:pPr>
            <a:r>
              <a:rPr sz="2800" spc="-165" dirty="0">
                <a:latin typeface="Arial Black"/>
                <a:cs typeface="Arial Black"/>
              </a:rPr>
              <a:t>Verified</a:t>
            </a:r>
            <a:r>
              <a:rPr sz="2800" spc="-204" dirty="0">
                <a:latin typeface="Arial Black"/>
                <a:cs typeface="Arial Black"/>
              </a:rPr>
              <a:t> </a:t>
            </a:r>
            <a:r>
              <a:rPr sz="2800" spc="-165" dirty="0">
                <a:latin typeface="Arial Black"/>
                <a:cs typeface="Arial Black"/>
              </a:rPr>
              <a:t>treatment</a:t>
            </a:r>
            <a:r>
              <a:rPr sz="2800" spc="-204" dirty="0">
                <a:latin typeface="Arial Black"/>
                <a:cs typeface="Arial Black"/>
              </a:rPr>
              <a:t> </a:t>
            </a:r>
            <a:r>
              <a:rPr sz="2800" spc="-155" dirty="0">
                <a:latin typeface="Arial Black"/>
                <a:cs typeface="Arial Black"/>
              </a:rPr>
              <a:t>recommendation </a:t>
            </a:r>
            <a:r>
              <a:rPr sz="2800" spc="-204" dirty="0">
                <a:latin typeface="Arial Black"/>
                <a:cs typeface="Arial Black"/>
              </a:rPr>
              <a:t>Leaf</a:t>
            </a:r>
            <a:r>
              <a:rPr sz="2800" spc="-225" dirty="0">
                <a:latin typeface="Arial Black"/>
                <a:cs typeface="Arial Black"/>
              </a:rPr>
              <a:t> </a:t>
            </a:r>
            <a:r>
              <a:rPr sz="2800" spc="-150" dirty="0">
                <a:latin typeface="Arial Black"/>
                <a:cs typeface="Arial Black"/>
              </a:rPr>
              <a:t>validation</a:t>
            </a:r>
            <a:r>
              <a:rPr sz="2800" spc="-225" dirty="0">
                <a:latin typeface="Arial Black"/>
                <a:cs typeface="Arial Black"/>
              </a:rPr>
              <a:t> </a:t>
            </a:r>
            <a:r>
              <a:rPr sz="2800" spc="-20" dirty="0">
                <a:latin typeface="Arial Black"/>
                <a:cs typeface="Arial Black"/>
              </a:rPr>
              <a:t>gate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63561" y="2262827"/>
            <a:ext cx="7016750" cy="577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330" dirty="0">
                <a:solidFill>
                  <a:srgbClr val="080882"/>
                </a:solidFill>
                <a:latin typeface="Arial Black"/>
                <a:cs typeface="Arial Black"/>
              </a:rPr>
              <a:t>MODEL</a:t>
            </a:r>
            <a:r>
              <a:rPr sz="5200" spc="-500" dirty="0">
                <a:solidFill>
                  <a:srgbClr val="080882"/>
                </a:solidFill>
                <a:latin typeface="Arial Black"/>
                <a:cs typeface="Arial Black"/>
              </a:rPr>
              <a:t> </a:t>
            </a:r>
            <a:r>
              <a:rPr sz="5200" spc="-540" dirty="0">
                <a:solidFill>
                  <a:srgbClr val="080882"/>
                </a:solidFill>
                <a:latin typeface="Arial Black"/>
                <a:cs typeface="Arial Black"/>
              </a:rPr>
              <a:t>EVALUATION</a:t>
            </a:r>
            <a:endParaRPr sz="5200">
              <a:latin typeface="Arial Black"/>
              <a:cs typeface="Arial Black"/>
            </a:endParaRPr>
          </a:p>
          <a:p>
            <a:pPr marL="12700" marR="1603375">
              <a:lnSpc>
                <a:spcPct val="151800"/>
              </a:lnSpc>
              <a:spcBef>
                <a:spcPts val="3290"/>
              </a:spcBef>
            </a:pPr>
            <a:r>
              <a:rPr sz="2800" spc="-254" dirty="0">
                <a:latin typeface="Arial Black"/>
                <a:cs typeface="Arial Black"/>
              </a:rPr>
              <a:t>YOLOv8s </a:t>
            </a:r>
            <a:r>
              <a:rPr sz="2800" spc="-210" dirty="0">
                <a:latin typeface="Arial Black"/>
                <a:cs typeface="Arial Black"/>
              </a:rPr>
              <a:t>Baseline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560" dirty="0">
                <a:latin typeface="Arial Black"/>
                <a:cs typeface="Arial Black"/>
              </a:rPr>
              <a:t>—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80" dirty="0">
                <a:latin typeface="Arial Black"/>
                <a:cs typeface="Arial Black"/>
              </a:rPr>
              <a:t>F1: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70" dirty="0">
                <a:latin typeface="Arial Black"/>
                <a:cs typeface="Arial Black"/>
              </a:rPr>
              <a:t>64.73% </a:t>
            </a:r>
            <a:r>
              <a:rPr sz="2800" spc="-240" dirty="0">
                <a:latin typeface="Arial Black"/>
                <a:cs typeface="Arial Black"/>
              </a:rPr>
              <a:t>YOLOv8m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225" dirty="0">
                <a:latin typeface="Arial Black"/>
                <a:cs typeface="Arial Black"/>
              </a:rPr>
              <a:t>Best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560" dirty="0">
                <a:latin typeface="Arial Black"/>
                <a:cs typeface="Arial Black"/>
              </a:rPr>
              <a:t>—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80" dirty="0">
                <a:latin typeface="Arial Black"/>
                <a:cs typeface="Arial Black"/>
              </a:rPr>
              <a:t>F1: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70" dirty="0">
                <a:latin typeface="Arial Black"/>
                <a:cs typeface="Arial Black"/>
              </a:rPr>
              <a:t>70.35%</a:t>
            </a:r>
            <a:endParaRPr sz="2800">
              <a:latin typeface="Arial Black"/>
              <a:cs typeface="Arial Black"/>
            </a:endParaRPr>
          </a:p>
          <a:p>
            <a:pPr marL="12700" marR="1290955">
              <a:lnSpc>
                <a:spcPct val="151800"/>
              </a:lnSpc>
            </a:pPr>
            <a:r>
              <a:rPr sz="2800" spc="-105" dirty="0">
                <a:latin typeface="Arial Black"/>
                <a:cs typeface="Arial Black"/>
              </a:rPr>
              <a:t>Hybrid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70" dirty="0">
                <a:latin typeface="Arial Black"/>
                <a:cs typeface="Arial Black"/>
              </a:rPr>
              <a:t>YOLO+Patch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560" dirty="0">
                <a:latin typeface="Arial Black"/>
                <a:cs typeface="Arial Black"/>
              </a:rPr>
              <a:t>—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80" dirty="0">
                <a:latin typeface="Arial Black"/>
                <a:cs typeface="Arial Black"/>
              </a:rPr>
              <a:t>F1: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00" dirty="0">
                <a:latin typeface="Arial Black"/>
                <a:cs typeface="Arial Black"/>
              </a:rPr>
              <a:t>66.57% </a:t>
            </a:r>
            <a:r>
              <a:rPr sz="2800" spc="-229" dirty="0">
                <a:latin typeface="Arial Black"/>
                <a:cs typeface="Arial Black"/>
              </a:rPr>
              <a:t>Patch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90" dirty="0">
                <a:latin typeface="Arial Black"/>
                <a:cs typeface="Arial Black"/>
              </a:rPr>
              <a:t>Classifier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560" dirty="0">
                <a:latin typeface="Arial Black"/>
                <a:cs typeface="Arial Black"/>
              </a:rPr>
              <a:t>—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280" dirty="0">
                <a:latin typeface="Arial Black"/>
                <a:cs typeface="Arial Black"/>
              </a:rPr>
              <a:t>F1: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320" dirty="0">
                <a:latin typeface="Arial Black"/>
                <a:cs typeface="Arial Black"/>
              </a:rPr>
              <a:t>87.36%</a:t>
            </a:r>
            <a:endParaRPr sz="2800">
              <a:latin typeface="Arial Black"/>
              <a:cs typeface="Arial Black"/>
            </a:endParaRPr>
          </a:p>
          <a:p>
            <a:pPr marL="12700" marR="5080">
              <a:lnSpc>
                <a:spcPct val="151800"/>
              </a:lnSpc>
            </a:pPr>
            <a:r>
              <a:rPr sz="2800" spc="-180" dirty="0">
                <a:latin typeface="Arial Black"/>
                <a:cs typeface="Arial Black"/>
              </a:rPr>
              <a:t>Final</a:t>
            </a:r>
            <a:r>
              <a:rPr sz="2800" spc="-220" dirty="0">
                <a:latin typeface="Arial Black"/>
                <a:cs typeface="Arial Black"/>
              </a:rPr>
              <a:t> </a:t>
            </a:r>
            <a:r>
              <a:rPr sz="2800" spc="-204" dirty="0">
                <a:latin typeface="Arial Black"/>
                <a:cs typeface="Arial Black"/>
              </a:rPr>
              <a:t>selected</a:t>
            </a:r>
            <a:r>
              <a:rPr sz="2800" spc="-220" dirty="0">
                <a:latin typeface="Arial Black"/>
                <a:cs typeface="Arial Black"/>
              </a:rPr>
              <a:t> </a:t>
            </a:r>
            <a:r>
              <a:rPr sz="2800" spc="-150" dirty="0">
                <a:latin typeface="Arial Black"/>
                <a:cs typeface="Arial Black"/>
              </a:rPr>
              <a:t>model:</a:t>
            </a:r>
            <a:r>
              <a:rPr sz="2800" spc="-220" dirty="0">
                <a:latin typeface="Arial Black"/>
                <a:cs typeface="Arial Black"/>
              </a:rPr>
              <a:t> </a:t>
            </a:r>
            <a:r>
              <a:rPr sz="2800" spc="-240" dirty="0">
                <a:latin typeface="Arial Black"/>
                <a:cs typeface="Arial Black"/>
              </a:rPr>
              <a:t>YOLOv8m</a:t>
            </a:r>
            <a:r>
              <a:rPr sz="2800" spc="-220" dirty="0">
                <a:latin typeface="Arial Black"/>
                <a:cs typeface="Arial Black"/>
              </a:rPr>
              <a:t> </a:t>
            </a:r>
            <a:r>
              <a:rPr sz="2800" spc="-20" dirty="0">
                <a:latin typeface="Arial Black"/>
                <a:cs typeface="Arial Black"/>
              </a:rPr>
              <a:t>Best </a:t>
            </a:r>
            <a:r>
              <a:rPr sz="2800" spc="-105" dirty="0">
                <a:latin typeface="Arial Black"/>
                <a:cs typeface="Arial Black"/>
              </a:rPr>
              <a:t>Hybrid</a:t>
            </a:r>
            <a:r>
              <a:rPr sz="2800" spc="-235" dirty="0">
                <a:latin typeface="Arial Black"/>
                <a:cs typeface="Arial Black"/>
              </a:rPr>
              <a:t> </a:t>
            </a:r>
            <a:r>
              <a:rPr sz="2800" spc="-200" dirty="0">
                <a:latin typeface="Arial Black"/>
                <a:cs typeface="Arial Black"/>
              </a:rPr>
              <a:t>kept</a:t>
            </a:r>
            <a:r>
              <a:rPr sz="2800" spc="-229" dirty="0">
                <a:latin typeface="Arial Black"/>
                <a:cs typeface="Arial Black"/>
              </a:rPr>
              <a:t> </a:t>
            </a:r>
            <a:r>
              <a:rPr sz="2800" spc="-305" dirty="0">
                <a:latin typeface="Arial Black"/>
                <a:cs typeface="Arial Black"/>
              </a:rPr>
              <a:t>as</a:t>
            </a:r>
            <a:r>
              <a:rPr sz="2800" spc="-229" dirty="0">
                <a:latin typeface="Arial Black"/>
                <a:cs typeface="Arial Black"/>
              </a:rPr>
              <a:t> </a:t>
            </a:r>
            <a:r>
              <a:rPr sz="2800" spc="-190" dirty="0">
                <a:latin typeface="Arial Black"/>
                <a:cs typeface="Arial Black"/>
              </a:rPr>
              <a:t>experimental</a:t>
            </a:r>
            <a:r>
              <a:rPr sz="2800" spc="-229" dirty="0">
                <a:latin typeface="Arial Black"/>
                <a:cs typeface="Arial Black"/>
              </a:rPr>
              <a:t> </a:t>
            </a:r>
            <a:r>
              <a:rPr sz="2800" spc="-125" dirty="0">
                <a:latin typeface="Arial Black"/>
                <a:cs typeface="Arial Black"/>
              </a:rPr>
              <a:t>verification </a:t>
            </a:r>
            <a:r>
              <a:rPr sz="2800" spc="-10" dirty="0">
                <a:latin typeface="Arial Black"/>
                <a:cs typeface="Arial Black"/>
              </a:rPr>
              <a:t>pipeline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10723" y="8630953"/>
            <a:ext cx="13950315" cy="1363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72395" algn="l"/>
              </a:tabLst>
            </a:pPr>
            <a:r>
              <a:rPr sz="2800" spc="-180" dirty="0">
                <a:latin typeface="Arial Black"/>
                <a:cs typeface="Arial Black"/>
              </a:rPr>
              <a:t>Final</a:t>
            </a:r>
            <a:r>
              <a:rPr sz="2800" spc="-275" dirty="0">
                <a:latin typeface="Arial Black"/>
                <a:cs typeface="Arial Black"/>
              </a:rPr>
              <a:t> </a:t>
            </a:r>
            <a:r>
              <a:rPr sz="2800" spc="-60" dirty="0">
                <a:latin typeface="Arial Black"/>
                <a:cs typeface="Arial Black"/>
              </a:rPr>
              <a:t>Output:</a:t>
            </a:r>
            <a:r>
              <a:rPr sz="2800" spc="225" dirty="0">
                <a:latin typeface="Arial Black"/>
                <a:cs typeface="Arial Black"/>
              </a:rPr>
              <a:t> </a:t>
            </a:r>
            <a:r>
              <a:rPr sz="2800" spc="-60" dirty="0">
                <a:latin typeface="Arial Black"/>
                <a:cs typeface="Arial Black"/>
              </a:rPr>
              <a:t>Co-</a:t>
            </a:r>
            <a:r>
              <a:rPr sz="2800" spc="-204" dirty="0">
                <a:latin typeface="Arial Black"/>
                <a:cs typeface="Arial Black"/>
              </a:rPr>
              <a:t>occurrence</a:t>
            </a:r>
            <a:r>
              <a:rPr sz="2800" spc="-275" dirty="0">
                <a:latin typeface="Arial Black"/>
                <a:cs typeface="Arial Black"/>
              </a:rPr>
              <a:t> </a:t>
            </a:r>
            <a:r>
              <a:rPr sz="2800" spc="-170" dirty="0">
                <a:latin typeface="Arial Black"/>
                <a:cs typeface="Arial Black"/>
              </a:rPr>
              <a:t>Detected</a:t>
            </a:r>
            <a:r>
              <a:rPr sz="2800" spc="-275" dirty="0">
                <a:latin typeface="Arial Black"/>
                <a:cs typeface="Arial Black"/>
              </a:rPr>
              <a:t> </a:t>
            </a:r>
            <a:r>
              <a:rPr sz="2800" spc="-925" dirty="0">
                <a:latin typeface="Arial Black"/>
                <a:cs typeface="Arial Black"/>
              </a:rPr>
              <a:t>→</a:t>
            </a:r>
            <a:r>
              <a:rPr sz="2800" spc="385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Bounding</a:t>
            </a:r>
            <a:r>
              <a:rPr sz="2800" spc="-275" dirty="0">
                <a:latin typeface="Arial Black"/>
                <a:cs typeface="Arial Black"/>
              </a:rPr>
              <a:t> </a:t>
            </a:r>
            <a:r>
              <a:rPr sz="2800" spc="-290" dirty="0">
                <a:latin typeface="Arial Black"/>
                <a:cs typeface="Arial Black"/>
              </a:rPr>
              <a:t>Boxes</a:t>
            </a:r>
            <a:r>
              <a:rPr sz="2800" dirty="0">
                <a:latin typeface="Arial Black"/>
                <a:cs typeface="Arial Black"/>
              </a:rPr>
              <a:t>	</a:t>
            </a:r>
            <a:r>
              <a:rPr sz="2800" spc="-925" dirty="0">
                <a:latin typeface="Arial Black"/>
                <a:cs typeface="Arial Black"/>
              </a:rPr>
              <a:t>→</a:t>
            </a:r>
            <a:r>
              <a:rPr sz="2800" spc="434" dirty="0">
                <a:latin typeface="Arial Black"/>
                <a:cs typeface="Arial Black"/>
              </a:rPr>
              <a:t> </a:t>
            </a:r>
            <a:r>
              <a:rPr sz="2800" spc="-165" dirty="0">
                <a:latin typeface="Arial Black"/>
                <a:cs typeface="Arial Black"/>
              </a:rPr>
              <a:t>Verified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190" dirty="0">
                <a:latin typeface="Arial Black"/>
                <a:cs typeface="Arial Black"/>
              </a:rPr>
              <a:t>Treatment</a:t>
            </a:r>
            <a:endParaRPr sz="2800">
              <a:latin typeface="Arial Black"/>
              <a:cs typeface="Arial Black"/>
            </a:endParaRPr>
          </a:p>
          <a:p>
            <a:pPr marL="3940175">
              <a:lnSpc>
                <a:spcPct val="100000"/>
              </a:lnSpc>
              <a:spcBef>
                <a:spcPts val="3095"/>
              </a:spcBef>
            </a:pPr>
            <a:r>
              <a:rPr sz="3400" spc="-295" dirty="0">
                <a:latin typeface="Arial Black"/>
                <a:cs typeface="Arial Black"/>
              </a:rPr>
              <a:t>IT22190734</a:t>
            </a:r>
            <a:r>
              <a:rPr sz="3400" spc="-315" dirty="0">
                <a:latin typeface="Arial Black"/>
                <a:cs typeface="Arial Black"/>
              </a:rPr>
              <a:t> </a:t>
            </a:r>
            <a:r>
              <a:rPr sz="3400" spc="160" dirty="0">
                <a:latin typeface="Arial Black"/>
                <a:cs typeface="Arial Black"/>
              </a:rPr>
              <a:t>|</a:t>
            </a:r>
            <a:r>
              <a:rPr sz="3400" spc="-310" dirty="0">
                <a:latin typeface="Arial Black"/>
                <a:cs typeface="Arial Black"/>
              </a:rPr>
              <a:t> </a:t>
            </a:r>
            <a:r>
              <a:rPr sz="3400" spc="-330" dirty="0">
                <a:latin typeface="Arial Black"/>
                <a:cs typeface="Arial Black"/>
              </a:rPr>
              <a:t>FARTHAS</a:t>
            </a:r>
            <a:r>
              <a:rPr sz="3400" spc="-310" dirty="0">
                <a:latin typeface="Arial Black"/>
                <a:cs typeface="Arial Black"/>
              </a:rPr>
              <a:t> </a:t>
            </a:r>
            <a:r>
              <a:rPr sz="3400" spc="160" dirty="0">
                <a:latin typeface="Arial Black"/>
                <a:cs typeface="Arial Black"/>
              </a:rPr>
              <a:t>|</a:t>
            </a:r>
            <a:r>
              <a:rPr sz="3400" spc="-310" dirty="0">
                <a:latin typeface="Arial Black"/>
                <a:cs typeface="Arial Black"/>
              </a:rPr>
              <a:t> </a:t>
            </a:r>
            <a:r>
              <a:rPr sz="3400" spc="-180" dirty="0">
                <a:latin typeface="Arial Black"/>
                <a:cs typeface="Arial Black"/>
              </a:rPr>
              <a:t>R26-</a:t>
            </a:r>
            <a:r>
              <a:rPr sz="3400" spc="-200" dirty="0">
                <a:latin typeface="Arial Black"/>
                <a:cs typeface="Arial Black"/>
              </a:rPr>
              <a:t>SE-</a:t>
            </a:r>
            <a:r>
              <a:rPr sz="3400" spc="-25" dirty="0">
                <a:latin typeface="Arial Black"/>
                <a:cs typeface="Arial Black"/>
              </a:rPr>
              <a:t>032</a:t>
            </a:r>
            <a:endParaRPr sz="3400">
              <a:latin typeface="Arial Black"/>
              <a:cs typeface="Arial Black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12923" y="4466411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48"/>
                </a:moveTo>
                <a:lnTo>
                  <a:pt x="343319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63" y="0"/>
                </a:lnTo>
                <a:lnTo>
                  <a:pt x="179438" y="5829"/>
                </a:lnTo>
                <a:lnTo>
                  <a:pt x="173824" y="17691"/>
                </a:lnTo>
                <a:lnTo>
                  <a:pt x="179336" y="30810"/>
                </a:lnTo>
                <a:lnTo>
                  <a:pt x="234086" y="82931"/>
                </a:lnTo>
                <a:lnTo>
                  <a:pt x="17386" y="82931"/>
                </a:lnTo>
                <a:lnTo>
                  <a:pt x="4343" y="88646"/>
                </a:lnTo>
                <a:lnTo>
                  <a:pt x="0" y="101193"/>
                </a:lnTo>
                <a:lnTo>
                  <a:pt x="4343" y="113753"/>
                </a:lnTo>
                <a:lnTo>
                  <a:pt x="17386" y="119456"/>
                </a:lnTo>
                <a:lnTo>
                  <a:pt x="264426" y="119456"/>
                </a:lnTo>
                <a:lnTo>
                  <a:pt x="269938" y="117055"/>
                </a:lnTo>
                <a:lnTo>
                  <a:pt x="301002" y="146608"/>
                </a:lnTo>
                <a:lnTo>
                  <a:pt x="275666" y="173164"/>
                </a:lnTo>
                <a:lnTo>
                  <a:pt x="264426" y="168236"/>
                </a:lnTo>
                <a:lnTo>
                  <a:pt x="17386" y="168236"/>
                </a:lnTo>
                <a:lnTo>
                  <a:pt x="4343" y="173990"/>
                </a:lnTo>
                <a:lnTo>
                  <a:pt x="0" y="186537"/>
                </a:lnTo>
                <a:lnTo>
                  <a:pt x="4343" y="199072"/>
                </a:lnTo>
                <a:lnTo>
                  <a:pt x="17386" y="204762"/>
                </a:lnTo>
                <a:lnTo>
                  <a:pt x="245491" y="204762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47" y="276771"/>
                </a:lnTo>
                <a:lnTo>
                  <a:pt x="339356" y="158877"/>
                </a:lnTo>
                <a:lnTo>
                  <a:pt x="343154" y="152882"/>
                </a:lnTo>
                <a:lnTo>
                  <a:pt x="344538" y="145948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212923" y="5128513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19" y="139014"/>
                </a:lnTo>
                <a:lnTo>
                  <a:pt x="339356" y="133083"/>
                </a:lnTo>
                <a:lnTo>
                  <a:pt x="204812" y="5016"/>
                </a:lnTo>
                <a:lnTo>
                  <a:pt x="191363" y="0"/>
                </a:lnTo>
                <a:lnTo>
                  <a:pt x="179438" y="5816"/>
                </a:lnTo>
                <a:lnTo>
                  <a:pt x="173824" y="17678"/>
                </a:lnTo>
                <a:lnTo>
                  <a:pt x="179336" y="30797"/>
                </a:lnTo>
                <a:lnTo>
                  <a:pt x="234099" y="82931"/>
                </a:lnTo>
                <a:lnTo>
                  <a:pt x="17386" y="82931"/>
                </a:lnTo>
                <a:lnTo>
                  <a:pt x="4343" y="88633"/>
                </a:lnTo>
                <a:lnTo>
                  <a:pt x="0" y="101193"/>
                </a:lnTo>
                <a:lnTo>
                  <a:pt x="4343" y="113741"/>
                </a:lnTo>
                <a:lnTo>
                  <a:pt x="17386" y="119456"/>
                </a:lnTo>
                <a:lnTo>
                  <a:pt x="264426" y="119456"/>
                </a:lnTo>
                <a:lnTo>
                  <a:pt x="269938" y="117043"/>
                </a:lnTo>
                <a:lnTo>
                  <a:pt x="301002" y="146596"/>
                </a:lnTo>
                <a:lnTo>
                  <a:pt x="275653" y="173151"/>
                </a:lnTo>
                <a:lnTo>
                  <a:pt x="264426" y="168224"/>
                </a:lnTo>
                <a:lnTo>
                  <a:pt x="17386" y="168224"/>
                </a:lnTo>
                <a:lnTo>
                  <a:pt x="4343" y="173977"/>
                </a:lnTo>
                <a:lnTo>
                  <a:pt x="0" y="186537"/>
                </a:lnTo>
                <a:lnTo>
                  <a:pt x="4343" y="199059"/>
                </a:lnTo>
                <a:lnTo>
                  <a:pt x="17386" y="204749"/>
                </a:lnTo>
                <a:lnTo>
                  <a:pt x="245503" y="204749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70"/>
                </a:lnTo>
                <a:lnTo>
                  <a:pt x="226847" y="276758"/>
                </a:lnTo>
                <a:lnTo>
                  <a:pt x="339356" y="158864"/>
                </a:lnTo>
                <a:lnTo>
                  <a:pt x="343154" y="152869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12923" y="5733351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19" y="139026"/>
                </a:lnTo>
                <a:lnTo>
                  <a:pt x="339356" y="133096"/>
                </a:lnTo>
                <a:lnTo>
                  <a:pt x="204812" y="5016"/>
                </a:lnTo>
                <a:lnTo>
                  <a:pt x="191363" y="0"/>
                </a:lnTo>
                <a:lnTo>
                  <a:pt x="179438" y="5816"/>
                </a:lnTo>
                <a:lnTo>
                  <a:pt x="173824" y="17678"/>
                </a:lnTo>
                <a:lnTo>
                  <a:pt x="179336" y="30797"/>
                </a:lnTo>
                <a:lnTo>
                  <a:pt x="234099" y="82931"/>
                </a:lnTo>
                <a:lnTo>
                  <a:pt x="17386" y="82931"/>
                </a:lnTo>
                <a:lnTo>
                  <a:pt x="4343" y="88633"/>
                </a:lnTo>
                <a:lnTo>
                  <a:pt x="0" y="101193"/>
                </a:lnTo>
                <a:lnTo>
                  <a:pt x="4343" y="113741"/>
                </a:lnTo>
                <a:lnTo>
                  <a:pt x="17386" y="119456"/>
                </a:lnTo>
                <a:lnTo>
                  <a:pt x="264426" y="119456"/>
                </a:lnTo>
                <a:lnTo>
                  <a:pt x="269938" y="117043"/>
                </a:lnTo>
                <a:lnTo>
                  <a:pt x="301002" y="146596"/>
                </a:lnTo>
                <a:lnTo>
                  <a:pt x="275653" y="173151"/>
                </a:lnTo>
                <a:lnTo>
                  <a:pt x="264426" y="168224"/>
                </a:lnTo>
                <a:lnTo>
                  <a:pt x="17386" y="168224"/>
                </a:lnTo>
                <a:lnTo>
                  <a:pt x="4343" y="173990"/>
                </a:lnTo>
                <a:lnTo>
                  <a:pt x="0" y="186537"/>
                </a:lnTo>
                <a:lnTo>
                  <a:pt x="4343" y="199059"/>
                </a:lnTo>
                <a:lnTo>
                  <a:pt x="17386" y="204749"/>
                </a:lnTo>
                <a:lnTo>
                  <a:pt x="245503" y="204749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47" y="276771"/>
                </a:lnTo>
                <a:lnTo>
                  <a:pt x="339356" y="158864"/>
                </a:lnTo>
                <a:lnTo>
                  <a:pt x="343154" y="152869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96223" y="6385915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16"/>
                </a:lnTo>
                <a:lnTo>
                  <a:pt x="173837" y="17691"/>
                </a:lnTo>
                <a:lnTo>
                  <a:pt x="179349" y="30797"/>
                </a:lnTo>
                <a:lnTo>
                  <a:pt x="234111" y="82931"/>
                </a:lnTo>
                <a:lnTo>
                  <a:pt x="17386" y="82931"/>
                </a:lnTo>
                <a:lnTo>
                  <a:pt x="4356" y="88633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03" y="204762"/>
                </a:lnTo>
                <a:lnTo>
                  <a:pt x="201396" y="250990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96223" y="7038479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48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29"/>
                </a:lnTo>
                <a:lnTo>
                  <a:pt x="173837" y="17691"/>
                </a:lnTo>
                <a:lnTo>
                  <a:pt x="179349" y="30810"/>
                </a:lnTo>
                <a:lnTo>
                  <a:pt x="234099" y="82931"/>
                </a:lnTo>
                <a:lnTo>
                  <a:pt x="17386" y="82931"/>
                </a:lnTo>
                <a:lnTo>
                  <a:pt x="4356" y="88646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16" y="204762"/>
                </a:lnTo>
                <a:lnTo>
                  <a:pt x="201396" y="251002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48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4528" y="3918000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35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16"/>
                </a:lnTo>
                <a:lnTo>
                  <a:pt x="173837" y="17691"/>
                </a:lnTo>
                <a:lnTo>
                  <a:pt x="179349" y="30797"/>
                </a:lnTo>
                <a:lnTo>
                  <a:pt x="234111" y="82931"/>
                </a:lnTo>
                <a:lnTo>
                  <a:pt x="17386" y="82931"/>
                </a:lnTo>
                <a:lnTo>
                  <a:pt x="4356" y="88633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43"/>
                </a:lnTo>
                <a:lnTo>
                  <a:pt x="301015" y="146596"/>
                </a:lnTo>
                <a:lnTo>
                  <a:pt x="275666" y="173151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03" y="204762"/>
                </a:lnTo>
                <a:lnTo>
                  <a:pt x="201396" y="250990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64"/>
                </a:lnTo>
                <a:lnTo>
                  <a:pt x="343166" y="152869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528" y="4576317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35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16"/>
                </a:lnTo>
                <a:lnTo>
                  <a:pt x="173837" y="17691"/>
                </a:lnTo>
                <a:lnTo>
                  <a:pt x="179349" y="30797"/>
                </a:lnTo>
                <a:lnTo>
                  <a:pt x="234111" y="82931"/>
                </a:lnTo>
                <a:lnTo>
                  <a:pt x="17386" y="82931"/>
                </a:lnTo>
                <a:lnTo>
                  <a:pt x="4356" y="88633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03" y="204762"/>
                </a:lnTo>
                <a:lnTo>
                  <a:pt x="201396" y="250990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4528" y="5238406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48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29"/>
                </a:lnTo>
                <a:lnTo>
                  <a:pt x="173837" y="17691"/>
                </a:lnTo>
                <a:lnTo>
                  <a:pt x="179349" y="30810"/>
                </a:lnTo>
                <a:lnTo>
                  <a:pt x="234099" y="82931"/>
                </a:lnTo>
                <a:lnTo>
                  <a:pt x="17386" y="82931"/>
                </a:lnTo>
                <a:lnTo>
                  <a:pt x="4356" y="88646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16" y="204762"/>
                </a:lnTo>
                <a:lnTo>
                  <a:pt x="201396" y="251002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48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6672" y="5883414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48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29"/>
                </a:lnTo>
                <a:lnTo>
                  <a:pt x="173837" y="17691"/>
                </a:lnTo>
                <a:lnTo>
                  <a:pt x="179349" y="30810"/>
                </a:lnTo>
                <a:lnTo>
                  <a:pt x="234099" y="82931"/>
                </a:lnTo>
                <a:lnTo>
                  <a:pt x="17386" y="82931"/>
                </a:lnTo>
                <a:lnTo>
                  <a:pt x="4356" y="88646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50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16" y="204762"/>
                </a:lnTo>
                <a:lnTo>
                  <a:pt x="201396" y="251002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48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45075" y="9258300"/>
            <a:ext cx="3238499" cy="82867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3691" y="5598"/>
            <a:ext cx="6369685" cy="10281920"/>
            <a:chOff x="-3691" y="5598"/>
            <a:chExt cx="6369685" cy="1028192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699"/>
              <a:ext cx="3827162" cy="10274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49298" y="5598"/>
              <a:ext cx="1714500" cy="10281920"/>
            </a:xfrm>
            <a:custGeom>
              <a:avLst/>
              <a:gdLst/>
              <a:ahLst/>
              <a:cxnLst/>
              <a:rect l="l" t="t" r="r" b="b"/>
              <a:pathLst>
                <a:path w="1714500" h="10281920">
                  <a:moveTo>
                    <a:pt x="12699" y="4058606"/>
                  </a:moveTo>
                  <a:lnTo>
                    <a:pt x="12699" y="6694261"/>
                  </a:lnTo>
                  <a:lnTo>
                    <a:pt x="0" y="6643634"/>
                  </a:lnTo>
                  <a:lnTo>
                    <a:pt x="0" y="4109333"/>
                  </a:lnTo>
                  <a:lnTo>
                    <a:pt x="12699" y="4058606"/>
                  </a:lnTo>
                  <a:close/>
                </a:path>
                <a:path w="1714500" h="10281920">
                  <a:moveTo>
                    <a:pt x="25399" y="3551333"/>
                  </a:moveTo>
                  <a:lnTo>
                    <a:pt x="25399" y="7251152"/>
                  </a:lnTo>
                  <a:lnTo>
                    <a:pt x="12699" y="7200526"/>
                  </a:lnTo>
                  <a:lnTo>
                    <a:pt x="12699" y="3602061"/>
                  </a:lnTo>
                  <a:lnTo>
                    <a:pt x="25399" y="3551333"/>
                  </a:lnTo>
                  <a:close/>
                </a:path>
                <a:path w="1714500" h="10281920">
                  <a:moveTo>
                    <a:pt x="38099" y="3145504"/>
                  </a:moveTo>
                  <a:lnTo>
                    <a:pt x="38099" y="7656153"/>
                  </a:lnTo>
                  <a:lnTo>
                    <a:pt x="25399" y="7605528"/>
                  </a:lnTo>
                  <a:lnTo>
                    <a:pt x="25399" y="3196233"/>
                  </a:lnTo>
                  <a:lnTo>
                    <a:pt x="38099" y="3145504"/>
                  </a:lnTo>
                  <a:close/>
                </a:path>
                <a:path w="1714500" h="10281920">
                  <a:moveTo>
                    <a:pt x="50799" y="2790397"/>
                  </a:moveTo>
                  <a:lnTo>
                    <a:pt x="50799" y="7959899"/>
                  </a:lnTo>
                  <a:lnTo>
                    <a:pt x="38099" y="7909275"/>
                  </a:lnTo>
                  <a:lnTo>
                    <a:pt x="38099" y="2841127"/>
                  </a:lnTo>
                  <a:lnTo>
                    <a:pt x="50799" y="2790397"/>
                  </a:lnTo>
                  <a:close/>
                </a:path>
                <a:path w="1714500" h="10281920">
                  <a:moveTo>
                    <a:pt x="63499" y="2536744"/>
                  </a:moveTo>
                  <a:lnTo>
                    <a:pt x="63499" y="8263640"/>
                  </a:lnTo>
                  <a:lnTo>
                    <a:pt x="50799" y="8213017"/>
                  </a:lnTo>
                  <a:lnTo>
                    <a:pt x="50799" y="2587475"/>
                  </a:lnTo>
                  <a:lnTo>
                    <a:pt x="63499" y="2536744"/>
                  </a:lnTo>
                  <a:close/>
                </a:path>
                <a:path w="1714500" h="10281920">
                  <a:moveTo>
                    <a:pt x="76199" y="2232357"/>
                  </a:moveTo>
                  <a:lnTo>
                    <a:pt x="76199" y="8567377"/>
                  </a:lnTo>
                  <a:lnTo>
                    <a:pt x="63499" y="8516754"/>
                  </a:lnTo>
                  <a:lnTo>
                    <a:pt x="63499" y="2283088"/>
                  </a:lnTo>
                  <a:lnTo>
                    <a:pt x="76199" y="2232357"/>
                  </a:lnTo>
                  <a:close/>
                </a:path>
                <a:path w="1714500" h="10281920">
                  <a:moveTo>
                    <a:pt x="88899" y="1978697"/>
                  </a:moveTo>
                  <a:lnTo>
                    <a:pt x="88899" y="8820487"/>
                  </a:lnTo>
                  <a:lnTo>
                    <a:pt x="76199" y="8769865"/>
                  </a:lnTo>
                  <a:lnTo>
                    <a:pt x="76199" y="2029429"/>
                  </a:lnTo>
                  <a:lnTo>
                    <a:pt x="88899" y="1978697"/>
                  </a:lnTo>
                  <a:close/>
                </a:path>
                <a:path w="1714500" h="10281920">
                  <a:moveTo>
                    <a:pt x="101599" y="1775766"/>
                  </a:moveTo>
                  <a:lnTo>
                    <a:pt x="101599" y="9022973"/>
                  </a:lnTo>
                  <a:lnTo>
                    <a:pt x="88899" y="8972352"/>
                  </a:lnTo>
                  <a:lnTo>
                    <a:pt x="88899" y="1826499"/>
                  </a:lnTo>
                  <a:lnTo>
                    <a:pt x="101599" y="1775766"/>
                  </a:lnTo>
                  <a:close/>
                </a:path>
                <a:path w="1714500" h="10281920">
                  <a:moveTo>
                    <a:pt x="114299" y="1522100"/>
                  </a:moveTo>
                  <a:lnTo>
                    <a:pt x="114299" y="9225457"/>
                  </a:lnTo>
                  <a:lnTo>
                    <a:pt x="101599" y="9174836"/>
                  </a:lnTo>
                  <a:lnTo>
                    <a:pt x="101599" y="1572833"/>
                  </a:lnTo>
                  <a:lnTo>
                    <a:pt x="114299" y="1522100"/>
                  </a:lnTo>
                  <a:close/>
                </a:path>
                <a:path w="1714500" h="10281920">
                  <a:moveTo>
                    <a:pt x="126999" y="1319164"/>
                  </a:moveTo>
                  <a:lnTo>
                    <a:pt x="126999" y="9478559"/>
                  </a:lnTo>
                  <a:lnTo>
                    <a:pt x="114299" y="9427939"/>
                  </a:lnTo>
                  <a:lnTo>
                    <a:pt x="114299" y="1369898"/>
                  </a:lnTo>
                  <a:lnTo>
                    <a:pt x="126999" y="1319164"/>
                  </a:lnTo>
                  <a:close/>
                </a:path>
                <a:path w="1714500" h="10281920">
                  <a:moveTo>
                    <a:pt x="139699" y="1116226"/>
                  </a:moveTo>
                  <a:lnTo>
                    <a:pt x="139699" y="9630419"/>
                  </a:lnTo>
                  <a:lnTo>
                    <a:pt x="126999" y="9579799"/>
                  </a:lnTo>
                  <a:lnTo>
                    <a:pt x="126999" y="1166961"/>
                  </a:lnTo>
                  <a:lnTo>
                    <a:pt x="139699" y="1116226"/>
                  </a:lnTo>
                  <a:close/>
                </a:path>
                <a:path w="1714500" h="10281920">
                  <a:moveTo>
                    <a:pt x="152399" y="964022"/>
                  </a:moveTo>
                  <a:lnTo>
                    <a:pt x="152399" y="9832897"/>
                  </a:lnTo>
                  <a:lnTo>
                    <a:pt x="139699" y="9782277"/>
                  </a:lnTo>
                  <a:lnTo>
                    <a:pt x="139699" y="1014757"/>
                  </a:lnTo>
                  <a:lnTo>
                    <a:pt x="152399" y="964022"/>
                  </a:lnTo>
                  <a:close/>
                </a:path>
                <a:path w="1714500" h="10281920">
                  <a:moveTo>
                    <a:pt x="165099" y="761080"/>
                  </a:moveTo>
                  <a:lnTo>
                    <a:pt x="165099" y="10035372"/>
                  </a:lnTo>
                  <a:lnTo>
                    <a:pt x="152399" y="9984754"/>
                  </a:lnTo>
                  <a:lnTo>
                    <a:pt x="152399" y="811815"/>
                  </a:lnTo>
                  <a:lnTo>
                    <a:pt x="165099" y="761080"/>
                  </a:lnTo>
                  <a:close/>
                </a:path>
                <a:path w="1714500" h="10281920">
                  <a:moveTo>
                    <a:pt x="177799" y="608872"/>
                  </a:moveTo>
                  <a:lnTo>
                    <a:pt x="177799" y="10187228"/>
                  </a:lnTo>
                  <a:lnTo>
                    <a:pt x="165099" y="10136610"/>
                  </a:lnTo>
                  <a:lnTo>
                    <a:pt x="165099" y="659608"/>
                  </a:lnTo>
                  <a:lnTo>
                    <a:pt x="177799" y="608872"/>
                  </a:lnTo>
                  <a:close/>
                </a:path>
                <a:path w="1714500" h="10281920">
                  <a:moveTo>
                    <a:pt x="1447799" y="10274439"/>
                  </a:moveTo>
                  <a:lnTo>
                    <a:pt x="1447799" y="10281401"/>
                  </a:lnTo>
                  <a:lnTo>
                    <a:pt x="177799" y="10281401"/>
                  </a:lnTo>
                  <a:lnTo>
                    <a:pt x="177799" y="507399"/>
                  </a:lnTo>
                  <a:lnTo>
                    <a:pt x="190499" y="456663"/>
                  </a:lnTo>
                  <a:lnTo>
                    <a:pt x="190499" y="304453"/>
                  </a:lnTo>
                  <a:lnTo>
                    <a:pt x="203199" y="253716"/>
                  </a:lnTo>
                  <a:lnTo>
                    <a:pt x="203199" y="152241"/>
                  </a:lnTo>
                  <a:lnTo>
                    <a:pt x="215899" y="101504"/>
                  </a:lnTo>
                  <a:lnTo>
                    <a:pt x="215899" y="28"/>
                  </a:lnTo>
                  <a:lnTo>
                    <a:pt x="419099" y="24"/>
                  </a:lnTo>
                  <a:lnTo>
                    <a:pt x="419099" y="6335705"/>
                  </a:lnTo>
                  <a:lnTo>
                    <a:pt x="431799" y="6372761"/>
                  </a:lnTo>
                  <a:lnTo>
                    <a:pt x="431799" y="6603665"/>
                  </a:lnTo>
                  <a:lnTo>
                    <a:pt x="444499" y="6643562"/>
                  </a:lnTo>
                  <a:lnTo>
                    <a:pt x="444499" y="6765646"/>
                  </a:lnTo>
                  <a:lnTo>
                    <a:pt x="457199" y="6807132"/>
                  </a:lnTo>
                  <a:lnTo>
                    <a:pt x="457199" y="6891283"/>
                  </a:lnTo>
                  <a:lnTo>
                    <a:pt x="469899" y="6933944"/>
                  </a:lnTo>
                  <a:lnTo>
                    <a:pt x="469899" y="7020431"/>
                  </a:lnTo>
                  <a:lnTo>
                    <a:pt x="482599" y="7064253"/>
                  </a:lnTo>
                  <a:lnTo>
                    <a:pt x="482599" y="7108458"/>
                  </a:lnTo>
                  <a:lnTo>
                    <a:pt x="495299" y="7153046"/>
                  </a:lnTo>
                  <a:lnTo>
                    <a:pt x="495299" y="7198014"/>
                  </a:lnTo>
                  <a:lnTo>
                    <a:pt x="507999" y="7243361"/>
                  </a:lnTo>
                  <a:lnTo>
                    <a:pt x="507999" y="7289086"/>
                  </a:lnTo>
                  <a:lnTo>
                    <a:pt x="520699" y="7335186"/>
                  </a:lnTo>
                  <a:lnTo>
                    <a:pt x="520699" y="7381660"/>
                  </a:lnTo>
                  <a:lnTo>
                    <a:pt x="533399" y="7428507"/>
                  </a:lnTo>
                  <a:lnTo>
                    <a:pt x="533399" y="7475725"/>
                  </a:lnTo>
                  <a:lnTo>
                    <a:pt x="558799" y="7571268"/>
                  </a:lnTo>
                  <a:lnTo>
                    <a:pt x="558799" y="7619589"/>
                  </a:lnTo>
                  <a:lnTo>
                    <a:pt x="596899" y="7766734"/>
                  </a:lnTo>
                  <a:lnTo>
                    <a:pt x="596899" y="7816504"/>
                  </a:lnTo>
                  <a:lnTo>
                    <a:pt x="749299" y="8441233"/>
                  </a:lnTo>
                  <a:lnTo>
                    <a:pt x="774699" y="8495536"/>
                  </a:lnTo>
                  <a:lnTo>
                    <a:pt x="812799" y="8660464"/>
                  </a:lnTo>
                  <a:lnTo>
                    <a:pt x="838199" y="8716108"/>
                  </a:lnTo>
                  <a:lnTo>
                    <a:pt x="863599" y="8828388"/>
                  </a:lnTo>
                  <a:lnTo>
                    <a:pt x="888999" y="8885020"/>
                  </a:lnTo>
                  <a:lnTo>
                    <a:pt x="901699" y="8941979"/>
                  </a:lnTo>
                  <a:lnTo>
                    <a:pt x="927099" y="8999263"/>
                  </a:lnTo>
                  <a:lnTo>
                    <a:pt x="939799" y="9056870"/>
                  </a:lnTo>
                  <a:lnTo>
                    <a:pt x="990599" y="9173047"/>
                  </a:lnTo>
                  <a:lnTo>
                    <a:pt x="1003299" y="9231615"/>
                  </a:lnTo>
                  <a:lnTo>
                    <a:pt x="1079499" y="9409211"/>
                  </a:lnTo>
                  <a:lnTo>
                    <a:pt x="1092199" y="9469036"/>
                  </a:lnTo>
                  <a:lnTo>
                    <a:pt x="1295399" y="9958681"/>
                  </a:lnTo>
                  <a:lnTo>
                    <a:pt x="1333499" y="10021244"/>
                  </a:lnTo>
                  <a:lnTo>
                    <a:pt x="1384299" y="10147255"/>
                  </a:lnTo>
                  <a:lnTo>
                    <a:pt x="1422399" y="10210701"/>
                  </a:lnTo>
                  <a:lnTo>
                    <a:pt x="1447799" y="10274439"/>
                  </a:lnTo>
                  <a:close/>
                </a:path>
                <a:path w="1714500" h="10281920">
                  <a:moveTo>
                    <a:pt x="1714499" y="0"/>
                  </a:moveTo>
                  <a:lnTo>
                    <a:pt x="1714499" y="610"/>
                  </a:lnTo>
                  <a:lnTo>
                    <a:pt x="1701799" y="35397"/>
                  </a:lnTo>
                  <a:lnTo>
                    <a:pt x="1676399" y="108088"/>
                  </a:lnTo>
                  <a:lnTo>
                    <a:pt x="1638299" y="221812"/>
                  </a:lnTo>
                  <a:lnTo>
                    <a:pt x="1600199" y="341074"/>
                  </a:lnTo>
                  <a:lnTo>
                    <a:pt x="1549399" y="508536"/>
                  </a:lnTo>
                  <a:lnTo>
                    <a:pt x="1485899" y="731110"/>
                  </a:lnTo>
                  <a:lnTo>
                    <a:pt x="1460499" y="777354"/>
                  </a:lnTo>
                  <a:lnTo>
                    <a:pt x="1447799" y="824167"/>
                  </a:lnTo>
                  <a:lnTo>
                    <a:pt x="1371599" y="1116771"/>
                  </a:lnTo>
                  <a:lnTo>
                    <a:pt x="1346199" y="1167459"/>
                  </a:lnTo>
                  <a:lnTo>
                    <a:pt x="1282699" y="1428912"/>
                  </a:lnTo>
                  <a:lnTo>
                    <a:pt x="1257299" y="1482780"/>
                  </a:lnTo>
                  <a:lnTo>
                    <a:pt x="1193799" y="1759807"/>
                  </a:lnTo>
                  <a:lnTo>
                    <a:pt x="1168399" y="1816725"/>
                  </a:lnTo>
                  <a:lnTo>
                    <a:pt x="1117599" y="2049313"/>
                  </a:lnTo>
                  <a:lnTo>
                    <a:pt x="1092199" y="2108671"/>
                  </a:lnTo>
                  <a:lnTo>
                    <a:pt x="1041399" y="2350842"/>
                  </a:lnTo>
                  <a:lnTo>
                    <a:pt x="1015999" y="2459725"/>
                  </a:lnTo>
                  <a:lnTo>
                    <a:pt x="990599" y="2536599"/>
                  </a:lnTo>
                  <a:lnTo>
                    <a:pt x="977899" y="2616707"/>
                  </a:lnTo>
                  <a:lnTo>
                    <a:pt x="965199" y="2657921"/>
                  </a:lnTo>
                  <a:lnTo>
                    <a:pt x="927099" y="2785958"/>
                  </a:lnTo>
                  <a:lnTo>
                    <a:pt x="927099" y="2830032"/>
                  </a:lnTo>
                  <a:lnTo>
                    <a:pt x="863599" y="3059927"/>
                  </a:lnTo>
                  <a:lnTo>
                    <a:pt x="863599" y="3107665"/>
                  </a:lnTo>
                  <a:lnTo>
                    <a:pt x="774699" y="3455727"/>
                  </a:lnTo>
                  <a:lnTo>
                    <a:pt x="774699" y="3507185"/>
                  </a:lnTo>
                  <a:lnTo>
                    <a:pt x="685799" y="3876623"/>
                  </a:lnTo>
                  <a:lnTo>
                    <a:pt x="685799" y="3930468"/>
                  </a:lnTo>
                  <a:lnTo>
                    <a:pt x="622299" y="4202351"/>
                  </a:lnTo>
                  <a:lnTo>
                    <a:pt x="622299" y="4257113"/>
                  </a:lnTo>
                  <a:lnTo>
                    <a:pt x="584199" y="4421794"/>
                  </a:lnTo>
                  <a:lnTo>
                    <a:pt x="584199" y="4476751"/>
                  </a:lnTo>
                  <a:lnTo>
                    <a:pt x="546099" y="4641515"/>
                  </a:lnTo>
                  <a:lnTo>
                    <a:pt x="546099" y="4696333"/>
                  </a:lnTo>
                  <a:lnTo>
                    <a:pt x="533399" y="4751063"/>
                  </a:lnTo>
                  <a:lnTo>
                    <a:pt x="533399" y="4805687"/>
                  </a:lnTo>
                  <a:lnTo>
                    <a:pt x="507999" y="4914527"/>
                  </a:lnTo>
                  <a:lnTo>
                    <a:pt x="507999" y="4968703"/>
                  </a:lnTo>
                  <a:lnTo>
                    <a:pt x="495299" y="5022688"/>
                  </a:lnTo>
                  <a:lnTo>
                    <a:pt x="495299" y="5076461"/>
                  </a:lnTo>
                  <a:lnTo>
                    <a:pt x="482599" y="5130002"/>
                  </a:lnTo>
                  <a:lnTo>
                    <a:pt x="482599" y="5183289"/>
                  </a:lnTo>
                  <a:lnTo>
                    <a:pt x="469899" y="5236303"/>
                  </a:lnTo>
                  <a:lnTo>
                    <a:pt x="469899" y="5289021"/>
                  </a:lnTo>
                  <a:lnTo>
                    <a:pt x="457199" y="5341424"/>
                  </a:lnTo>
                  <a:lnTo>
                    <a:pt x="457199" y="5393490"/>
                  </a:lnTo>
                  <a:lnTo>
                    <a:pt x="444499" y="5445199"/>
                  </a:lnTo>
                  <a:lnTo>
                    <a:pt x="444499" y="5600451"/>
                  </a:lnTo>
                  <a:lnTo>
                    <a:pt x="431799" y="5627620"/>
                  </a:lnTo>
                  <a:lnTo>
                    <a:pt x="431799" y="5860946"/>
                  </a:lnTo>
                  <a:lnTo>
                    <a:pt x="419099" y="5892084"/>
                  </a:lnTo>
                  <a:lnTo>
                    <a:pt x="419099" y="24"/>
                  </a:lnTo>
                  <a:lnTo>
                    <a:pt x="1714499" y="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56399" y="5627"/>
              <a:ext cx="1490345" cy="10281920"/>
            </a:xfrm>
            <a:custGeom>
              <a:avLst/>
              <a:gdLst/>
              <a:ahLst/>
              <a:cxnLst/>
              <a:rect l="l" t="t" r="r" b="b"/>
              <a:pathLst>
                <a:path w="1490345" h="10281920">
                  <a:moveTo>
                    <a:pt x="1489725" y="0"/>
                  </a:moveTo>
                  <a:lnTo>
                    <a:pt x="1454652" y="66011"/>
                  </a:lnTo>
                  <a:lnTo>
                    <a:pt x="1420197" y="131744"/>
                  </a:lnTo>
                  <a:lnTo>
                    <a:pt x="1386354" y="197196"/>
                  </a:lnTo>
                  <a:lnTo>
                    <a:pt x="1353118" y="262367"/>
                  </a:lnTo>
                  <a:lnTo>
                    <a:pt x="1320483" y="327254"/>
                  </a:lnTo>
                  <a:lnTo>
                    <a:pt x="1288446" y="391856"/>
                  </a:lnTo>
                  <a:lnTo>
                    <a:pt x="1256999" y="456172"/>
                  </a:lnTo>
                  <a:lnTo>
                    <a:pt x="1226140" y="520199"/>
                  </a:lnTo>
                  <a:lnTo>
                    <a:pt x="1195861" y="583936"/>
                  </a:lnTo>
                  <a:lnTo>
                    <a:pt x="1166159" y="647382"/>
                  </a:lnTo>
                  <a:lnTo>
                    <a:pt x="1137027" y="710535"/>
                  </a:lnTo>
                  <a:lnTo>
                    <a:pt x="1108462" y="773394"/>
                  </a:lnTo>
                  <a:lnTo>
                    <a:pt x="1080457" y="835956"/>
                  </a:lnTo>
                  <a:lnTo>
                    <a:pt x="1053007" y="898220"/>
                  </a:lnTo>
                  <a:lnTo>
                    <a:pt x="1026108" y="960185"/>
                  </a:lnTo>
                  <a:lnTo>
                    <a:pt x="999754" y="1021849"/>
                  </a:lnTo>
                  <a:lnTo>
                    <a:pt x="973940" y="1083211"/>
                  </a:lnTo>
                  <a:lnTo>
                    <a:pt x="948661" y="1144268"/>
                  </a:lnTo>
                  <a:lnTo>
                    <a:pt x="923912" y="1205020"/>
                  </a:lnTo>
                  <a:lnTo>
                    <a:pt x="899687" y="1265464"/>
                  </a:lnTo>
                  <a:lnTo>
                    <a:pt x="875982" y="1325600"/>
                  </a:lnTo>
                  <a:lnTo>
                    <a:pt x="852791" y="1385424"/>
                  </a:lnTo>
                  <a:lnTo>
                    <a:pt x="830109" y="1444937"/>
                  </a:lnTo>
                  <a:lnTo>
                    <a:pt x="807932" y="1504136"/>
                  </a:lnTo>
                  <a:lnTo>
                    <a:pt x="786253" y="1563020"/>
                  </a:lnTo>
                  <a:lnTo>
                    <a:pt x="765068" y="1621587"/>
                  </a:lnTo>
                  <a:lnTo>
                    <a:pt x="744371" y="1679836"/>
                  </a:lnTo>
                  <a:lnTo>
                    <a:pt x="724158" y="1737764"/>
                  </a:lnTo>
                  <a:lnTo>
                    <a:pt x="704423" y="1795371"/>
                  </a:lnTo>
                  <a:lnTo>
                    <a:pt x="685161" y="1852654"/>
                  </a:lnTo>
                  <a:lnTo>
                    <a:pt x="666367" y="1909613"/>
                  </a:lnTo>
                  <a:lnTo>
                    <a:pt x="648036" y="1966245"/>
                  </a:lnTo>
                  <a:lnTo>
                    <a:pt x="630163" y="2022550"/>
                  </a:lnTo>
                  <a:lnTo>
                    <a:pt x="612742" y="2078524"/>
                  </a:lnTo>
                  <a:lnTo>
                    <a:pt x="595769" y="2134168"/>
                  </a:lnTo>
                  <a:lnTo>
                    <a:pt x="579237" y="2189479"/>
                  </a:lnTo>
                  <a:lnTo>
                    <a:pt x="563143" y="2244455"/>
                  </a:lnTo>
                  <a:lnTo>
                    <a:pt x="547481" y="2299095"/>
                  </a:lnTo>
                  <a:lnTo>
                    <a:pt x="532246" y="2353398"/>
                  </a:lnTo>
                  <a:lnTo>
                    <a:pt x="517432" y="2407362"/>
                  </a:lnTo>
                  <a:lnTo>
                    <a:pt x="503035" y="2460985"/>
                  </a:lnTo>
                  <a:lnTo>
                    <a:pt x="489049" y="2514265"/>
                  </a:lnTo>
                  <a:lnTo>
                    <a:pt x="475469" y="2567202"/>
                  </a:lnTo>
                  <a:lnTo>
                    <a:pt x="462290" y="2619793"/>
                  </a:lnTo>
                  <a:lnTo>
                    <a:pt x="449507" y="2672037"/>
                  </a:lnTo>
                  <a:lnTo>
                    <a:pt x="437115" y="2723933"/>
                  </a:lnTo>
                  <a:lnTo>
                    <a:pt x="425108" y="2775478"/>
                  </a:lnTo>
                  <a:lnTo>
                    <a:pt x="413482" y="2826671"/>
                  </a:lnTo>
                  <a:lnTo>
                    <a:pt x="402231" y="2877511"/>
                  </a:lnTo>
                  <a:lnTo>
                    <a:pt x="391351" y="2927996"/>
                  </a:lnTo>
                  <a:lnTo>
                    <a:pt x="380835" y="2978124"/>
                  </a:lnTo>
                  <a:lnTo>
                    <a:pt x="370679" y="3027894"/>
                  </a:lnTo>
                  <a:lnTo>
                    <a:pt x="360878" y="3077304"/>
                  </a:lnTo>
                  <a:lnTo>
                    <a:pt x="351426" y="3126353"/>
                  </a:lnTo>
                  <a:lnTo>
                    <a:pt x="342319" y="3175038"/>
                  </a:lnTo>
                  <a:lnTo>
                    <a:pt x="333551" y="3223360"/>
                  </a:lnTo>
                  <a:lnTo>
                    <a:pt x="325117" y="3271314"/>
                  </a:lnTo>
                  <a:lnTo>
                    <a:pt x="317012" y="3318901"/>
                  </a:lnTo>
                  <a:lnTo>
                    <a:pt x="309231" y="3366119"/>
                  </a:lnTo>
                  <a:lnTo>
                    <a:pt x="301768" y="3412966"/>
                  </a:lnTo>
                  <a:lnTo>
                    <a:pt x="294619" y="3459440"/>
                  </a:lnTo>
                  <a:lnTo>
                    <a:pt x="287778" y="3505540"/>
                  </a:lnTo>
                  <a:lnTo>
                    <a:pt x="281241" y="3551265"/>
                  </a:lnTo>
                  <a:lnTo>
                    <a:pt x="275001" y="3596612"/>
                  </a:lnTo>
                  <a:lnTo>
                    <a:pt x="269055" y="3641580"/>
                  </a:lnTo>
                  <a:lnTo>
                    <a:pt x="263396" y="3686167"/>
                  </a:lnTo>
                  <a:lnTo>
                    <a:pt x="258020" y="3730373"/>
                  </a:lnTo>
                  <a:lnTo>
                    <a:pt x="252921" y="3774195"/>
                  </a:lnTo>
                  <a:lnTo>
                    <a:pt x="248095" y="3817631"/>
                  </a:lnTo>
                  <a:lnTo>
                    <a:pt x="243536" y="3860681"/>
                  </a:lnTo>
                  <a:lnTo>
                    <a:pt x="239238" y="3903342"/>
                  </a:lnTo>
                  <a:lnTo>
                    <a:pt x="235198" y="3945614"/>
                  </a:lnTo>
                  <a:lnTo>
                    <a:pt x="231409" y="3987493"/>
                  </a:lnTo>
                  <a:lnTo>
                    <a:pt x="227867" y="4028979"/>
                  </a:lnTo>
                  <a:lnTo>
                    <a:pt x="224567" y="4070071"/>
                  </a:lnTo>
                  <a:lnTo>
                    <a:pt x="221502" y="4110766"/>
                  </a:lnTo>
                  <a:lnTo>
                    <a:pt x="218669" y="4151063"/>
                  </a:lnTo>
                  <a:lnTo>
                    <a:pt x="216061" y="4190961"/>
                  </a:lnTo>
                  <a:lnTo>
                    <a:pt x="213675" y="4230457"/>
                  </a:lnTo>
                  <a:lnTo>
                    <a:pt x="211504" y="4269551"/>
                  </a:lnTo>
                  <a:lnTo>
                    <a:pt x="209544" y="4308240"/>
                  </a:lnTo>
                  <a:lnTo>
                    <a:pt x="207789" y="4346523"/>
                  </a:lnTo>
                  <a:lnTo>
                    <a:pt x="204874" y="4421865"/>
                  </a:lnTo>
                  <a:lnTo>
                    <a:pt x="202720" y="4495565"/>
                  </a:lnTo>
                  <a:lnTo>
                    <a:pt x="201283" y="4567608"/>
                  </a:lnTo>
                  <a:lnTo>
                    <a:pt x="200525" y="4637984"/>
                  </a:lnTo>
                  <a:lnTo>
                    <a:pt x="200386" y="4672542"/>
                  </a:lnTo>
                  <a:lnTo>
                    <a:pt x="200402" y="4706678"/>
                  </a:lnTo>
                  <a:lnTo>
                    <a:pt x="200874" y="4773678"/>
                  </a:lnTo>
                  <a:lnTo>
                    <a:pt x="201900" y="4838972"/>
                  </a:lnTo>
                  <a:lnTo>
                    <a:pt x="203438" y="4902547"/>
                  </a:lnTo>
                  <a:lnTo>
                    <a:pt x="205448" y="4964389"/>
                  </a:lnTo>
                  <a:lnTo>
                    <a:pt x="207888" y="5024487"/>
                  </a:lnTo>
                  <a:lnTo>
                    <a:pt x="210717" y="5082828"/>
                  </a:lnTo>
                  <a:lnTo>
                    <a:pt x="213894" y="5139398"/>
                  </a:lnTo>
                  <a:lnTo>
                    <a:pt x="217377" y="5194185"/>
                  </a:lnTo>
                  <a:lnTo>
                    <a:pt x="221126" y="5247177"/>
                  </a:lnTo>
                  <a:lnTo>
                    <a:pt x="225076" y="5298109"/>
                  </a:lnTo>
                  <a:lnTo>
                    <a:pt x="229388" y="5349439"/>
                  </a:lnTo>
                  <a:lnTo>
                    <a:pt x="234053" y="5401148"/>
                  </a:lnTo>
                  <a:lnTo>
                    <a:pt x="239061" y="5453214"/>
                  </a:lnTo>
                  <a:lnTo>
                    <a:pt x="244402" y="5505617"/>
                  </a:lnTo>
                  <a:lnTo>
                    <a:pt x="250069" y="5558335"/>
                  </a:lnTo>
                  <a:lnTo>
                    <a:pt x="256051" y="5611349"/>
                  </a:lnTo>
                  <a:lnTo>
                    <a:pt x="262339" y="5664636"/>
                  </a:lnTo>
                  <a:lnTo>
                    <a:pt x="268924" y="5718177"/>
                  </a:lnTo>
                  <a:lnTo>
                    <a:pt x="275797" y="5771950"/>
                  </a:lnTo>
                  <a:lnTo>
                    <a:pt x="282947" y="5825935"/>
                  </a:lnTo>
                  <a:lnTo>
                    <a:pt x="290367" y="5880111"/>
                  </a:lnTo>
                  <a:lnTo>
                    <a:pt x="298047" y="5934456"/>
                  </a:lnTo>
                  <a:lnTo>
                    <a:pt x="305977" y="5988951"/>
                  </a:lnTo>
                  <a:lnTo>
                    <a:pt x="314148" y="6043575"/>
                  </a:lnTo>
                  <a:lnTo>
                    <a:pt x="322552" y="6098306"/>
                  </a:lnTo>
                  <a:lnTo>
                    <a:pt x="331178" y="6153123"/>
                  </a:lnTo>
                  <a:lnTo>
                    <a:pt x="340017" y="6208007"/>
                  </a:lnTo>
                  <a:lnTo>
                    <a:pt x="349060" y="6262935"/>
                  </a:lnTo>
                  <a:lnTo>
                    <a:pt x="358299" y="6317888"/>
                  </a:lnTo>
                  <a:lnTo>
                    <a:pt x="367722" y="6372845"/>
                  </a:lnTo>
                  <a:lnTo>
                    <a:pt x="377322" y="6427784"/>
                  </a:lnTo>
                  <a:lnTo>
                    <a:pt x="387089" y="6482684"/>
                  </a:lnTo>
                  <a:lnTo>
                    <a:pt x="397014" y="6537526"/>
                  </a:lnTo>
                  <a:lnTo>
                    <a:pt x="407087" y="6592288"/>
                  </a:lnTo>
                  <a:lnTo>
                    <a:pt x="417300" y="6646950"/>
                  </a:lnTo>
                  <a:lnTo>
                    <a:pt x="427642" y="6701489"/>
                  </a:lnTo>
                  <a:lnTo>
                    <a:pt x="438104" y="6755887"/>
                  </a:lnTo>
                  <a:lnTo>
                    <a:pt x="448679" y="6810122"/>
                  </a:lnTo>
                  <a:lnTo>
                    <a:pt x="459355" y="6864172"/>
                  </a:lnTo>
                  <a:lnTo>
                    <a:pt x="470124" y="6918018"/>
                  </a:lnTo>
                  <a:lnTo>
                    <a:pt x="480976" y="6971639"/>
                  </a:lnTo>
                  <a:lnTo>
                    <a:pt x="491903" y="7025013"/>
                  </a:lnTo>
                  <a:lnTo>
                    <a:pt x="502894" y="7078120"/>
                  </a:lnTo>
                  <a:lnTo>
                    <a:pt x="513941" y="7130938"/>
                  </a:lnTo>
                  <a:lnTo>
                    <a:pt x="525035" y="7183448"/>
                  </a:lnTo>
                  <a:lnTo>
                    <a:pt x="536166" y="7235629"/>
                  </a:lnTo>
                  <a:lnTo>
                    <a:pt x="547324" y="7287459"/>
                  </a:lnTo>
                  <a:lnTo>
                    <a:pt x="558501" y="7338917"/>
                  </a:lnTo>
                  <a:lnTo>
                    <a:pt x="569688" y="7389984"/>
                  </a:lnTo>
                  <a:lnTo>
                    <a:pt x="580874" y="7440638"/>
                  </a:lnTo>
                  <a:lnTo>
                    <a:pt x="592051" y="7490858"/>
                  </a:lnTo>
                  <a:lnTo>
                    <a:pt x="603209" y="7540623"/>
                  </a:lnTo>
                  <a:lnTo>
                    <a:pt x="614340" y="7589913"/>
                  </a:lnTo>
                  <a:lnTo>
                    <a:pt x="625434" y="7638707"/>
                  </a:lnTo>
                  <a:lnTo>
                    <a:pt x="636481" y="7686983"/>
                  </a:lnTo>
                  <a:lnTo>
                    <a:pt x="647472" y="7734722"/>
                  </a:lnTo>
                  <a:lnTo>
                    <a:pt x="658399" y="7781903"/>
                  </a:lnTo>
                  <a:lnTo>
                    <a:pt x="680020" y="7874504"/>
                  </a:lnTo>
                  <a:lnTo>
                    <a:pt x="701270" y="7964621"/>
                  </a:lnTo>
                  <a:lnTo>
                    <a:pt x="722075" y="8052087"/>
                  </a:lnTo>
                  <a:lnTo>
                    <a:pt x="742360" y="8136736"/>
                  </a:lnTo>
                  <a:lnTo>
                    <a:pt x="771651" y="8258062"/>
                  </a:lnTo>
                  <a:lnTo>
                    <a:pt x="816820" y="8443824"/>
                  </a:lnTo>
                  <a:lnTo>
                    <a:pt x="831818" y="8505070"/>
                  </a:lnTo>
                  <a:lnTo>
                    <a:pt x="846832" y="8565850"/>
                  </a:lnTo>
                  <a:lnTo>
                    <a:pt x="861860" y="8626160"/>
                  </a:lnTo>
                  <a:lnTo>
                    <a:pt x="876897" y="8685996"/>
                  </a:lnTo>
                  <a:lnTo>
                    <a:pt x="891940" y="8745354"/>
                  </a:lnTo>
                  <a:lnTo>
                    <a:pt x="906985" y="8804232"/>
                  </a:lnTo>
                  <a:lnTo>
                    <a:pt x="922027" y="8862625"/>
                  </a:lnTo>
                  <a:lnTo>
                    <a:pt x="937064" y="8920529"/>
                  </a:lnTo>
                  <a:lnTo>
                    <a:pt x="952090" y="8977942"/>
                  </a:lnTo>
                  <a:lnTo>
                    <a:pt x="967103" y="9034859"/>
                  </a:lnTo>
                  <a:lnTo>
                    <a:pt x="982099" y="9091278"/>
                  </a:lnTo>
                  <a:lnTo>
                    <a:pt x="997073" y="9147193"/>
                  </a:lnTo>
                  <a:lnTo>
                    <a:pt x="1012022" y="9202602"/>
                  </a:lnTo>
                  <a:lnTo>
                    <a:pt x="1026943" y="9257501"/>
                  </a:lnTo>
                  <a:lnTo>
                    <a:pt x="1041830" y="9311886"/>
                  </a:lnTo>
                  <a:lnTo>
                    <a:pt x="1056681" y="9365754"/>
                  </a:lnTo>
                  <a:lnTo>
                    <a:pt x="1071491" y="9419102"/>
                  </a:lnTo>
                  <a:lnTo>
                    <a:pt x="1086257" y="9471924"/>
                  </a:lnTo>
                  <a:lnTo>
                    <a:pt x="1100975" y="9524218"/>
                  </a:lnTo>
                  <a:lnTo>
                    <a:pt x="1115641" y="9575981"/>
                  </a:lnTo>
                  <a:lnTo>
                    <a:pt x="1130251" y="9627208"/>
                  </a:lnTo>
                  <a:lnTo>
                    <a:pt x="1144802" y="9677896"/>
                  </a:lnTo>
                  <a:lnTo>
                    <a:pt x="1159289" y="9728041"/>
                  </a:lnTo>
                  <a:lnTo>
                    <a:pt x="1173708" y="9777640"/>
                  </a:lnTo>
                  <a:lnTo>
                    <a:pt x="1188057" y="9826689"/>
                  </a:lnTo>
                  <a:lnTo>
                    <a:pt x="1202330" y="9875184"/>
                  </a:lnTo>
                  <a:lnTo>
                    <a:pt x="1216525" y="9923123"/>
                  </a:lnTo>
                  <a:lnTo>
                    <a:pt x="1230637" y="9970500"/>
                  </a:lnTo>
                  <a:lnTo>
                    <a:pt x="1244662" y="10017312"/>
                  </a:lnTo>
                  <a:lnTo>
                    <a:pt x="1258598" y="10063557"/>
                  </a:lnTo>
                  <a:lnTo>
                    <a:pt x="1272439" y="10109230"/>
                  </a:lnTo>
                  <a:lnTo>
                    <a:pt x="1286182" y="10154327"/>
                  </a:lnTo>
                  <a:lnTo>
                    <a:pt x="1299823" y="10198846"/>
                  </a:lnTo>
                  <a:lnTo>
                    <a:pt x="1313358" y="10242781"/>
                  </a:lnTo>
                  <a:lnTo>
                    <a:pt x="1325310" y="10281372"/>
                  </a:lnTo>
                  <a:lnTo>
                    <a:pt x="5084" y="10281372"/>
                  </a:lnTo>
                  <a:lnTo>
                    <a:pt x="10420" y="9677027"/>
                  </a:lnTo>
                  <a:lnTo>
                    <a:pt x="15089" y="9067429"/>
                  </a:lnTo>
                  <a:lnTo>
                    <a:pt x="19041" y="8457838"/>
                  </a:lnTo>
                  <a:lnTo>
                    <a:pt x="22277" y="7848252"/>
                  </a:lnTo>
                  <a:lnTo>
                    <a:pt x="24797" y="7238673"/>
                  </a:lnTo>
                  <a:lnTo>
                    <a:pt x="26600" y="6629100"/>
                  </a:lnTo>
                  <a:lnTo>
                    <a:pt x="27687" y="6019532"/>
                  </a:lnTo>
                  <a:lnTo>
                    <a:pt x="28057" y="5409971"/>
                  </a:lnTo>
                  <a:lnTo>
                    <a:pt x="27710" y="4798656"/>
                  </a:lnTo>
                  <a:lnTo>
                    <a:pt x="26640" y="4186081"/>
                  </a:lnTo>
                  <a:lnTo>
                    <a:pt x="24848" y="3573500"/>
                  </a:lnTo>
                  <a:lnTo>
                    <a:pt x="22334" y="2960914"/>
                  </a:lnTo>
                  <a:lnTo>
                    <a:pt x="19097" y="2348322"/>
                  </a:lnTo>
                  <a:lnTo>
                    <a:pt x="15138" y="1735724"/>
                  </a:lnTo>
                  <a:lnTo>
                    <a:pt x="10457" y="1123121"/>
                  </a:lnTo>
                  <a:lnTo>
                    <a:pt x="5054" y="510511"/>
                  </a:lnTo>
                  <a:lnTo>
                    <a:pt x="0" y="0"/>
                  </a:lnTo>
                  <a:lnTo>
                    <a:pt x="1489725" y="0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51757" y="5626"/>
              <a:ext cx="1490345" cy="10281920"/>
            </a:xfrm>
            <a:custGeom>
              <a:avLst/>
              <a:gdLst/>
              <a:ahLst/>
              <a:cxnLst/>
              <a:rect l="l" t="t" r="r" b="b"/>
              <a:pathLst>
                <a:path w="1490345" h="10281920">
                  <a:moveTo>
                    <a:pt x="1489811" y="0"/>
                  </a:moveTo>
                  <a:lnTo>
                    <a:pt x="1467158" y="65357"/>
                  </a:lnTo>
                  <a:lnTo>
                    <a:pt x="1444446" y="131695"/>
                  </a:lnTo>
                  <a:lnTo>
                    <a:pt x="1421690" y="199006"/>
                  </a:lnTo>
                  <a:lnTo>
                    <a:pt x="1398904" y="267284"/>
                  </a:lnTo>
                  <a:lnTo>
                    <a:pt x="1376103" y="336522"/>
                  </a:lnTo>
                  <a:lnTo>
                    <a:pt x="1353302" y="406714"/>
                  </a:lnTo>
                  <a:lnTo>
                    <a:pt x="1330515" y="477851"/>
                  </a:lnTo>
                  <a:lnTo>
                    <a:pt x="1307757" y="549929"/>
                  </a:lnTo>
                  <a:lnTo>
                    <a:pt x="1296394" y="586317"/>
                  </a:lnTo>
                  <a:lnTo>
                    <a:pt x="1285043" y="622938"/>
                  </a:lnTo>
                  <a:lnTo>
                    <a:pt x="1273707" y="659791"/>
                  </a:lnTo>
                  <a:lnTo>
                    <a:pt x="1262387" y="696874"/>
                  </a:lnTo>
                  <a:lnTo>
                    <a:pt x="1251086" y="734187"/>
                  </a:lnTo>
                  <a:lnTo>
                    <a:pt x="1239805" y="771729"/>
                  </a:lnTo>
                  <a:lnTo>
                    <a:pt x="1228545" y="809499"/>
                  </a:lnTo>
                  <a:lnTo>
                    <a:pt x="1217310" y="847496"/>
                  </a:lnTo>
                  <a:lnTo>
                    <a:pt x="1206100" y="885720"/>
                  </a:lnTo>
                  <a:lnTo>
                    <a:pt x="1194917" y="924168"/>
                  </a:lnTo>
                  <a:lnTo>
                    <a:pt x="1183764" y="962842"/>
                  </a:lnTo>
                  <a:lnTo>
                    <a:pt x="1172642" y="1001739"/>
                  </a:lnTo>
                  <a:lnTo>
                    <a:pt x="1161553" y="1040860"/>
                  </a:lnTo>
                  <a:lnTo>
                    <a:pt x="1150499" y="1080202"/>
                  </a:lnTo>
                  <a:lnTo>
                    <a:pt x="1139482" y="1119766"/>
                  </a:lnTo>
                  <a:lnTo>
                    <a:pt x="1128503" y="1159550"/>
                  </a:lnTo>
                  <a:lnTo>
                    <a:pt x="1117564" y="1199553"/>
                  </a:lnTo>
                  <a:lnTo>
                    <a:pt x="1106667" y="1239776"/>
                  </a:lnTo>
                  <a:lnTo>
                    <a:pt x="1095815" y="1280216"/>
                  </a:lnTo>
                  <a:lnTo>
                    <a:pt x="1085008" y="1320873"/>
                  </a:lnTo>
                  <a:lnTo>
                    <a:pt x="1074249" y="1361746"/>
                  </a:lnTo>
                  <a:lnTo>
                    <a:pt x="1063540" y="1402834"/>
                  </a:lnTo>
                  <a:lnTo>
                    <a:pt x="1052882" y="1444137"/>
                  </a:lnTo>
                  <a:lnTo>
                    <a:pt x="1042277" y="1485653"/>
                  </a:lnTo>
                  <a:lnTo>
                    <a:pt x="1031727" y="1527382"/>
                  </a:lnTo>
                  <a:lnTo>
                    <a:pt x="1021234" y="1569323"/>
                  </a:lnTo>
                  <a:lnTo>
                    <a:pt x="1010799" y="1611475"/>
                  </a:lnTo>
                  <a:lnTo>
                    <a:pt x="1000425" y="1653837"/>
                  </a:lnTo>
                  <a:lnTo>
                    <a:pt x="990114" y="1696408"/>
                  </a:lnTo>
                  <a:lnTo>
                    <a:pt x="979866" y="1739188"/>
                  </a:lnTo>
                  <a:lnTo>
                    <a:pt x="969685" y="1782175"/>
                  </a:lnTo>
                  <a:lnTo>
                    <a:pt x="959572" y="1825369"/>
                  </a:lnTo>
                  <a:lnTo>
                    <a:pt x="949528" y="1868769"/>
                  </a:lnTo>
                  <a:lnTo>
                    <a:pt x="939556" y="1912374"/>
                  </a:lnTo>
                  <a:lnTo>
                    <a:pt x="929658" y="1956183"/>
                  </a:lnTo>
                  <a:lnTo>
                    <a:pt x="919834" y="2000196"/>
                  </a:lnTo>
                  <a:lnTo>
                    <a:pt x="910088" y="2044411"/>
                  </a:lnTo>
                  <a:lnTo>
                    <a:pt x="900420" y="2088827"/>
                  </a:lnTo>
                  <a:lnTo>
                    <a:pt x="890833" y="2133444"/>
                  </a:lnTo>
                  <a:lnTo>
                    <a:pt x="881329" y="2178261"/>
                  </a:lnTo>
                  <a:lnTo>
                    <a:pt x="871910" y="2223278"/>
                  </a:lnTo>
                  <a:lnTo>
                    <a:pt x="862576" y="2268492"/>
                  </a:lnTo>
                  <a:lnTo>
                    <a:pt x="853331" y="2313904"/>
                  </a:lnTo>
                  <a:lnTo>
                    <a:pt x="844175" y="2359512"/>
                  </a:lnTo>
                  <a:lnTo>
                    <a:pt x="835111" y="2405316"/>
                  </a:lnTo>
                  <a:lnTo>
                    <a:pt x="826141" y="2451315"/>
                  </a:lnTo>
                  <a:lnTo>
                    <a:pt x="817267" y="2497507"/>
                  </a:lnTo>
                  <a:lnTo>
                    <a:pt x="808489" y="2543893"/>
                  </a:lnTo>
                  <a:lnTo>
                    <a:pt x="799811" y="2590471"/>
                  </a:lnTo>
                  <a:lnTo>
                    <a:pt x="791234" y="2637240"/>
                  </a:lnTo>
                  <a:lnTo>
                    <a:pt x="782759" y="2684200"/>
                  </a:lnTo>
                  <a:lnTo>
                    <a:pt x="774389" y="2731349"/>
                  </a:lnTo>
                  <a:lnTo>
                    <a:pt x="766126" y="2778687"/>
                  </a:lnTo>
                  <a:lnTo>
                    <a:pt x="757971" y="2826214"/>
                  </a:lnTo>
                  <a:lnTo>
                    <a:pt x="749926" y="2873927"/>
                  </a:lnTo>
                  <a:lnTo>
                    <a:pt x="741992" y="2921827"/>
                  </a:lnTo>
                  <a:lnTo>
                    <a:pt x="734173" y="2969912"/>
                  </a:lnTo>
                  <a:lnTo>
                    <a:pt x="726470" y="3018181"/>
                  </a:lnTo>
                  <a:lnTo>
                    <a:pt x="718883" y="3066634"/>
                  </a:lnTo>
                  <a:lnTo>
                    <a:pt x="711417" y="3115270"/>
                  </a:lnTo>
                  <a:lnTo>
                    <a:pt x="704071" y="3164089"/>
                  </a:lnTo>
                  <a:lnTo>
                    <a:pt x="696848" y="3213088"/>
                  </a:lnTo>
                  <a:lnTo>
                    <a:pt x="689751" y="3262267"/>
                  </a:lnTo>
                  <a:lnTo>
                    <a:pt x="682779" y="3311626"/>
                  </a:lnTo>
                  <a:lnTo>
                    <a:pt x="675937" y="3361164"/>
                  </a:lnTo>
                  <a:lnTo>
                    <a:pt x="669224" y="3410879"/>
                  </a:lnTo>
                  <a:lnTo>
                    <a:pt x="662644" y="3460771"/>
                  </a:lnTo>
                  <a:lnTo>
                    <a:pt x="656198" y="3510839"/>
                  </a:lnTo>
                  <a:lnTo>
                    <a:pt x="649888" y="3561082"/>
                  </a:lnTo>
                  <a:lnTo>
                    <a:pt x="643715" y="3611500"/>
                  </a:lnTo>
                  <a:lnTo>
                    <a:pt x="637682" y="3662091"/>
                  </a:lnTo>
                  <a:lnTo>
                    <a:pt x="631791" y="3712854"/>
                  </a:lnTo>
                  <a:lnTo>
                    <a:pt x="626042" y="3763790"/>
                  </a:lnTo>
                  <a:lnTo>
                    <a:pt x="620439" y="3814896"/>
                  </a:lnTo>
                  <a:lnTo>
                    <a:pt x="614982" y="3866173"/>
                  </a:lnTo>
                  <a:lnTo>
                    <a:pt x="609674" y="3917618"/>
                  </a:lnTo>
                  <a:lnTo>
                    <a:pt x="604517" y="3969232"/>
                  </a:lnTo>
                  <a:lnTo>
                    <a:pt x="599512" y="4021013"/>
                  </a:lnTo>
                  <a:lnTo>
                    <a:pt x="594661" y="4072961"/>
                  </a:lnTo>
                  <a:lnTo>
                    <a:pt x="589967" y="4125075"/>
                  </a:lnTo>
                  <a:lnTo>
                    <a:pt x="585430" y="4177354"/>
                  </a:lnTo>
                  <a:lnTo>
                    <a:pt x="581053" y="4229796"/>
                  </a:lnTo>
                  <a:lnTo>
                    <a:pt x="576838" y="4282402"/>
                  </a:lnTo>
                  <a:lnTo>
                    <a:pt x="572786" y="4335171"/>
                  </a:lnTo>
                  <a:lnTo>
                    <a:pt x="568899" y="4388101"/>
                  </a:lnTo>
                  <a:lnTo>
                    <a:pt x="565179" y="4441191"/>
                  </a:lnTo>
                  <a:lnTo>
                    <a:pt x="561628" y="4494442"/>
                  </a:lnTo>
                  <a:lnTo>
                    <a:pt x="558248" y="4547851"/>
                  </a:lnTo>
                  <a:lnTo>
                    <a:pt x="555041" y="4601418"/>
                  </a:lnTo>
                  <a:lnTo>
                    <a:pt x="552008" y="4655143"/>
                  </a:lnTo>
                  <a:lnTo>
                    <a:pt x="549151" y="4709024"/>
                  </a:lnTo>
                  <a:lnTo>
                    <a:pt x="546472" y="4763061"/>
                  </a:lnTo>
                  <a:lnTo>
                    <a:pt x="543974" y="4817252"/>
                  </a:lnTo>
                  <a:lnTo>
                    <a:pt x="541657" y="4871597"/>
                  </a:lnTo>
                  <a:lnTo>
                    <a:pt x="539524" y="4926095"/>
                  </a:lnTo>
                  <a:lnTo>
                    <a:pt x="537576" y="4980745"/>
                  </a:lnTo>
                  <a:lnTo>
                    <a:pt x="535815" y="5035547"/>
                  </a:lnTo>
                  <a:lnTo>
                    <a:pt x="534244" y="5090499"/>
                  </a:lnTo>
                  <a:lnTo>
                    <a:pt x="532863" y="5145600"/>
                  </a:lnTo>
                  <a:lnTo>
                    <a:pt x="531676" y="5200851"/>
                  </a:lnTo>
                  <a:lnTo>
                    <a:pt x="530683" y="5256249"/>
                  </a:lnTo>
                  <a:lnTo>
                    <a:pt x="529886" y="5311794"/>
                  </a:lnTo>
                  <a:lnTo>
                    <a:pt x="529288" y="5367485"/>
                  </a:lnTo>
                  <a:lnTo>
                    <a:pt x="528890" y="5423322"/>
                  </a:lnTo>
                  <a:lnTo>
                    <a:pt x="528694" y="5479303"/>
                  </a:lnTo>
                  <a:lnTo>
                    <a:pt x="528702" y="5535427"/>
                  </a:lnTo>
                  <a:lnTo>
                    <a:pt x="528915" y="5591695"/>
                  </a:lnTo>
                  <a:lnTo>
                    <a:pt x="529336" y="5648104"/>
                  </a:lnTo>
                  <a:lnTo>
                    <a:pt x="529966" y="5704654"/>
                  </a:lnTo>
                  <a:lnTo>
                    <a:pt x="530808" y="5761345"/>
                  </a:lnTo>
                  <a:lnTo>
                    <a:pt x="531862" y="5818175"/>
                  </a:lnTo>
                  <a:lnTo>
                    <a:pt x="533131" y="5875143"/>
                  </a:lnTo>
                  <a:lnTo>
                    <a:pt x="534617" y="5932249"/>
                  </a:lnTo>
                  <a:lnTo>
                    <a:pt x="536322" y="5989492"/>
                  </a:lnTo>
                  <a:lnTo>
                    <a:pt x="538246" y="6046870"/>
                  </a:lnTo>
                  <a:lnTo>
                    <a:pt x="540393" y="6104384"/>
                  </a:lnTo>
                  <a:lnTo>
                    <a:pt x="542764" y="6162032"/>
                  </a:lnTo>
                  <a:lnTo>
                    <a:pt x="545361" y="6219813"/>
                  </a:lnTo>
                  <a:lnTo>
                    <a:pt x="548186" y="6277727"/>
                  </a:lnTo>
                  <a:lnTo>
                    <a:pt x="551240" y="6335773"/>
                  </a:lnTo>
                  <a:lnTo>
                    <a:pt x="554526" y="6393949"/>
                  </a:lnTo>
                  <a:lnTo>
                    <a:pt x="558044" y="6452255"/>
                  </a:lnTo>
                  <a:lnTo>
                    <a:pt x="561798" y="6510691"/>
                  </a:lnTo>
                  <a:lnTo>
                    <a:pt x="565789" y="6569254"/>
                  </a:lnTo>
                  <a:lnTo>
                    <a:pt x="570018" y="6627945"/>
                  </a:lnTo>
                  <a:lnTo>
                    <a:pt x="574488" y="6686763"/>
                  </a:lnTo>
                  <a:lnTo>
                    <a:pt x="579201" y="6745706"/>
                  </a:lnTo>
                  <a:lnTo>
                    <a:pt x="584157" y="6804774"/>
                  </a:lnTo>
                  <a:lnTo>
                    <a:pt x="589360" y="6863966"/>
                  </a:lnTo>
                  <a:lnTo>
                    <a:pt x="594811" y="6923281"/>
                  </a:lnTo>
                  <a:lnTo>
                    <a:pt x="600511" y="6982718"/>
                  </a:lnTo>
                  <a:lnTo>
                    <a:pt x="606463" y="7042277"/>
                  </a:lnTo>
                  <a:lnTo>
                    <a:pt x="612668" y="7101957"/>
                  </a:lnTo>
                  <a:lnTo>
                    <a:pt x="619129" y="7161756"/>
                  </a:lnTo>
                  <a:lnTo>
                    <a:pt x="625847" y="7221674"/>
                  </a:lnTo>
                  <a:lnTo>
                    <a:pt x="632824" y="7281710"/>
                  </a:lnTo>
                  <a:lnTo>
                    <a:pt x="640061" y="7341863"/>
                  </a:lnTo>
                  <a:lnTo>
                    <a:pt x="647561" y="7402132"/>
                  </a:lnTo>
                  <a:lnTo>
                    <a:pt x="655326" y="7462517"/>
                  </a:lnTo>
                  <a:lnTo>
                    <a:pt x="663356" y="7523017"/>
                  </a:lnTo>
                  <a:lnTo>
                    <a:pt x="671655" y="7583630"/>
                  </a:lnTo>
                  <a:lnTo>
                    <a:pt x="680224" y="7644356"/>
                  </a:lnTo>
                  <a:lnTo>
                    <a:pt x="689065" y="7705194"/>
                  </a:lnTo>
                  <a:lnTo>
                    <a:pt x="698179" y="7766144"/>
                  </a:lnTo>
                  <a:lnTo>
                    <a:pt x="707569" y="7827203"/>
                  </a:lnTo>
                  <a:lnTo>
                    <a:pt x="717236" y="7888373"/>
                  </a:lnTo>
                  <a:lnTo>
                    <a:pt x="727182" y="7949650"/>
                  </a:lnTo>
                  <a:lnTo>
                    <a:pt x="737409" y="8011036"/>
                  </a:lnTo>
                  <a:lnTo>
                    <a:pt x="747919" y="8072528"/>
                  </a:lnTo>
                  <a:lnTo>
                    <a:pt x="758714" y="8134127"/>
                  </a:lnTo>
                  <a:lnTo>
                    <a:pt x="769795" y="8195831"/>
                  </a:lnTo>
                  <a:lnTo>
                    <a:pt x="781164" y="8257639"/>
                  </a:lnTo>
                  <a:lnTo>
                    <a:pt x="792824" y="8319550"/>
                  </a:lnTo>
                  <a:lnTo>
                    <a:pt x="804776" y="8381565"/>
                  </a:lnTo>
                  <a:lnTo>
                    <a:pt x="817021" y="8443681"/>
                  </a:lnTo>
                  <a:lnTo>
                    <a:pt x="827110" y="8493779"/>
                  </a:lnTo>
                  <a:lnTo>
                    <a:pt x="837365" y="8543831"/>
                  </a:lnTo>
                  <a:lnTo>
                    <a:pt x="847788" y="8593834"/>
                  </a:lnTo>
                  <a:lnTo>
                    <a:pt x="858378" y="8643790"/>
                  </a:lnTo>
                  <a:lnTo>
                    <a:pt x="869135" y="8693698"/>
                  </a:lnTo>
                  <a:lnTo>
                    <a:pt x="880059" y="8743558"/>
                  </a:lnTo>
                  <a:lnTo>
                    <a:pt x="891150" y="8793370"/>
                  </a:lnTo>
                  <a:lnTo>
                    <a:pt x="902408" y="8843135"/>
                  </a:lnTo>
                  <a:lnTo>
                    <a:pt x="913834" y="8892853"/>
                  </a:lnTo>
                  <a:lnTo>
                    <a:pt x="925427" y="8942522"/>
                  </a:lnTo>
                  <a:lnTo>
                    <a:pt x="937187" y="8992144"/>
                  </a:lnTo>
                  <a:lnTo>
                    <a:pt x="949114" y="9041718"/>
                  </a:lnTo>
                  <a:lnTo>
                    <a:pt x="961208" y="9091245"/>
                  </a:lnTo>
                  <a:lnTo>
                    <a:pt x="973469" y="9140724"/>
                  </a:lnTo>
                  <a:lnTo>
                    <a:pt x="985898" y="9190155"/>
                  </a:lnTo>
                  <a:lnTo>
                    <a:pt x="998493" y="9239539"/>
                  </a:lnTo>
                  <a:lnTo>
                    <a:pt x="1011256" y="9288875"/>
                  </a:lnTo>
                  <a:lnTo>
                    <a:pt x="1024186" y="9338163"/>
                  </a:lnTo>
                  <a:lnTo>
                    <a:pt x="1037283" y="9387403"/>
                  </a:lnTo>
                  <a:lnTo>
                    <a:pt x="1050547" y="9436596"/>
                  </a:lnTo>
                  <a:lnTo>
                    <a:pt x="1063979" y="9485741"/>
                  </a:lnTo>
                  <a:lnTo>
                    <a:pt x="1077577" y="9534839"/>
                  </a:lnTo>
                  <a:lnTo>
                    <a:pt x="1091343" y="9583889"/>
                  </a:lnTo>
                  <a:lnTo>
                    <a:pt x="1105276" y="9632891"/>
                  </a:lnTo>
                  <a:lnTo>
                    <a:pt x="1119376" y="9681845"/>
                  </a:lnTo>
                  <a:lnTo>
                    <a:pt x="1133643" y="9730752"/>
                  </a:lnTo>
                  <a:lnTo>
                    <a:pt x="1148078" y="9779611"/>
                  </a:lnTo>
                  <a:lnTo>
                    <a:pt x="1162679" y="9828422"/>
                  </a:lnTo>
                  <a:lnTo>
                    <a:pt x="1177448" y="9877186"/>
                  </a:lnTo>
                  <a:lnTo>
                    <a:pt x="1192383" y="9925902"/>
                  </a:lnTo>
                  <a:lnTo>
                    <a:pt x="1207486" y="9974571"/>
                  </a:lnTo>
                  <a:lnTo>
                    <a:pt x="1222756" y="10023191"/>
                  </a:lnTo>
                  <a:lnTo>
                    <a:pt x="1238194" y="10071764"/>
                  </a:lnTo>
                  <a:lnTo>
                    <a:pt x="1253798" y="10120290"/>
                  </a:lnTo>
                  <a:lnTo>
                    <a:pt x="1269570" y="10168768"/>
                  </a:lnTo>
                  <a:lnTo>
                    <a:pt x="1285508" y="10217198"/>
                  </a:lnTo>
                  <a:lnTo>
                    <a:pt x="1301614" y="10265580"/>
                  </a:lnTo>
                  <a:lnTo>
                    <a:pt x="1306931" y="10281372"/>
                  </a:lnTo>
                  <a:lnTo>
                    <a:pt x="61050" y="10281372"/>
                  </a:lnTo>
                  <a:lnTo>
                    <a:pt x="71536" y="10187643"/>
                  </a:lnTo>
                  <a:lnTo>
                    <a:pt x="77109" y="10137062"/>
                  </a:lnTo>
                  <a:lnTo>
                    <a:pt x="82622" y="10086481"/>
                  </a:lnTo>
                  <a:lnTo>
                    <a:pt x="88076" y="10035900"/>
                  </a:lnTo>
                  <a:lnTo>
                    <a:pt x="93471" y="9985320"/>
                  </a:lnTo>
                  <a:lnTo>
                    <a:pt x="98807" y="9934740"/>
                  </a:lnTo>
                  <a:lnTo>
                    <a:pt x="104084" y="9884160"/>
                  </a:lnTo>
                  <a:lnTo>
                    <a:pt x="109302" y="9833580"/>
                  </a:lnTo>
                  <a:lnTo>
                    <a:pt x="114460" y="9783001"/>
                  </a:lnTo>
                  <a:lnTo>
                    <a:pt x="119560" y="9732422"/>
                  </a:lnTo>
                  <a:lnTo>
                    <a:pt x="124600" y="9681843"/>
                  </a:lnTo>
                  <a:lnTo>
                    <a:pt x="129581" y="9631265"/>
                  </a:lnTo>
                  <a:lnTo>
                    <a:pt x="134504" y="9580686"/>
                  </a:lnTo>
                  <a:lnTo>
                    <a:pt x="139367" y="9530108"/>
                  </a:lnTo>
                  <a:lnTo>
                    <a:pt x="144170" y="9479531"/>
                  </a:lnTo>
                  <a:lnTo>
                    <a:pt x="148915" y="9428953"/>
                  </a:lnTo>
                  <a:lnTo>
                    <a:pt x="153601" y="9378376"/>
                  </a:lnTo>
                  <a:lnTo>
                    <a:pt x="158228" y="9327799"/>
                  </a:lnTo>
                  <a:lnTo>
                    <a:pt x="162795" y="9277223"/>
                  </a:lnTo>
                  <a:lnTo>
                    <a:pt x="167303" y="9226646"/>
                  </a:lnTo>
                  <a:lnTo>
                    <a:pt x="171753" y="9176070"/>
                  </a:lnTo>
                  <a:lnTo>
                    <a:pt x="176143" y="9125494"/>
                  </a:lnTo>
                  <a:lnTo>
                    <a:pt x="180474" y="9074919"/>
                  </a:lnTo>
                  <a:lnTo>
                    <a:pt x="184745" y="9024344"/>
                  </a:lnTo>
                  <a:lnTo>
                    <a:pt x="188958" y="8973769"/>
                  </a:lnTo>
                  <a:lnTo>
                    <a:pt x="193112" y="8923194"/>
                  </a:lnTo>
                  <a:lnTo>
                    <a:pt x="197206" y="8872619"/>
                  </a:lnTo>
                  <a:lnTo>
                    <a:pt x="201242" y="8822045"/>
                  </a:lnTo>
                  <a:lnTo>
                    <a:pt x="205218" y="8771471"/>
                  </a:lnTo>
                  <a:lnTo>
                    <a:pt x="209135" y="8720898"/>
                  </a:lnTo>
                  <a:lnTo>
                    <a:pt x="212993" y="8670324"/>
                  </a:lnTo>
                  <a:lnTo>
                    <a:pt x="216792" y="8619751"/>
                  </a:lnTo>
                  <a:lnTo>
                    <a:pt x="220532" y="8569178"/>
                  </a:lnTo>
                  <a:lnTo>
                    <a:pt x="224213" y="8518606"/>
                  </a:lnTo>
                  <a:lnTo>
                    <a:pt x="227834" y="8468034"/>
                  </a:lnTo>
                  <a:lnTo>
                    <a:pt x="231397" y="8417462"/>
                  </a:lnTo>
                  <a:lnTo>
                    <a:pt x="234900" y="8366890"/>
                  </a:lnTo>
                  <a:lnTo>
                    <a:pt x="238345" y="8316318"/>
                  </a:lnTo>
                  <a:lnTo>
                    <a:pt x="241730" y="8265747"/>
                  </a:lnTo>
                  <a:lnTo>
                    <a:pt x="245056" y="8215176"/>
                  </a:lnTo>
                  <a:lnTo>
                    <a:pt x="248323" y="8164605"/>
                  </a:lnTo>
                  <a:lnTo>
                    <a:pt x="251530" y="8114035"/>
                  </a:lnTo>
                  <a:lnTo>
                    <a:pt x="254679" y="8063465"/>
                  </a:lnTo>
                  <a:lnTo>
                    <a:pt x="257769" y="8012895"/>
                  </a:lnTo>
                  <a:lnTo>
                    <a:pt x="260799" y="7962326"/>
                  </a:lnTo>
                  <a:lnTo>
                    <a:pt x="263771" y="7911756"/>
                  </a:lnTo>
                  <a:lnTo>
                    <a:pt x="266683" y="7861187"/>
                  </a:lnTo>
                  <a:lnTo>
                    <a:pt x="269536" y="7810618"/>
                  </a:lnTo>
                  <a:lnTo>
                    <a:pt x="272330" y="7760050"/>
                  </a:lnTo>
                  <a:lnTo>
                    <a:pt x="275065" y="7709482"/>
                  </a:lnTo>
                  <a:lnTo>
                    <a:pt x="277740" y="7658914"/>
                  </a:lnTo>
                  <a:lnTo>
                    <a:pt x="280357" y="7608346"/>
                  </a:lnTo>
                  <a:lnTo>
                    <a:pt x="282915" y="7557779"/>
                  </a:lnTo>
                  <a:lnTo>
                    <a:pt x="285413" y="7507211"/>
                  </a:lnTo>
                  <a:lnTo>
                    <a:pt x="287852" y="7456645"/>
                  </a:lnTo>
                  <a:lnTo>
                    <a:pt x="290233" y="7406078"/>
                  </a:lnTo>
                  <a:lnTo>
                    <a:pt x="292554" y="7355512"/>
                  </a:lnTo>
                  <a:lnTo>
                    <a:pt x="294816" y="7304946"/>
                  </a:lnTo>
                  <a:lnTo>
                    <a:pt x="297018" y="7254380"/>
                  </a:lnTo>
                  <a:lnTo>
                    <a:pt x="299162" y="7203814"/>
                  </a:lnTo>
                  <a:lnTo>
                    <a:pt x="301247" y="7153249"/>
                  </a:lnTo>
                  <a:lnTo>
                    <a:pt x="303272" y="7102684"/>
                  </a:lnTo>
                  <a:lnTo>
                    <a:pt x="305239" y="7052119"/>
                  </a:lnTo>
                  <a:lnTo>
                    <a:pt x="307146" y="7001555"/>
                  </a:lnTo>
                  <a:lnTo>
                    <a:pt x="308994" y="6950991"/>
                  </a:lnTo>
                  <a:lnTo>
                    <a:pt x="310783" y="6900427"/>
                  </a:lnTo>
                  <a:lnTo>
                    <a:pt x="312513" y="6849863"/>
                  </a:lnTo>
                  <a:lnTo>
                    <a:pt x="314184" y="6799300"/>
                  </a:lnTo>
                  <a:lnTo>
                    <a:pt x="315796" y="6748737"/>
                  </a:lnTo>
                  <a:lnTo>
                    <a:pt x="317348" y="6698174"/>
                  </a:lnTo>
                  <a:lnTo>
                    <a:pt x="318842" y="6647611"/>
                  </a:lnTo>
                  <a:lnTo>
                    <a:pt x="320276" y="6597049"/>
                  </a:lnTo>
                  <a:lnTo>
                    <a:pt x="321651" y="6546487"/>
                  </a:lnTo>
                  <a:lnTo>
                    <a:pt x="322967" y="6495925"/>
                  </a:lnTo>
                  <a:lnTo>
                    <a:pt x="324224" y="6445364"/>
                  </a:lnTo>
                  <a:lnTo>
                    <a:pt x="325422" y="6394803"/>
                  </a:lnTo>
                  <a:lnTo>
                    <a:pt x="326561" y="6344242"/>
                  </a:lnTo>
                  <a:lnTo>
                    <a:pt x="327641" y="6293681"/>
                  </a:lnTo>
                  <a:lnTo>
                    <a:pt x="328661" y="6243121"/>
                  </a:lnTo>
                  <a:lnTo>
                    <a:pt x="329623" y="6192560"/>
                  </a:lnTo>
                  <a:lnTo>
                    <a:pt x="330525" y="6142001"/>
                  </a:lnTo>
                  <a:lnTo>
                    <a:pt x="331368" y="6091441"/>
                  </a:lnTo>
                  <a:lnTo>
                    <a:pt x="332152" y="6040882"/>
                  </a:lnTo>
                  <a:lnTo>
                    <a:pt x="332877" y="5990323"/>
                  </a:lnTo>
                  <a:lnTo>
                    <a:pt x="333543" y="5939764"/>
                  </a:lnTo>
                  <a:lnTo>
                    <a:pt x="334150" y="5889205"/>
                  </a:lnTo>
                  <a:lnTo>
                    <a:pt x="334697" y="5838647"/>
                  </a:lnTo>
                  <a:lnTo>
                    <a:pt x="335186" y="5788089"/>
                  </a:lnTo>
                  <a:lnTo>
                    <a:pt x="335615" y="5737531"/>
                  </a:lnTo>
                  <a:lnTo>
                    <a:pt x="335985" y="5686974"/>
                  </a:lnTo>
                  <a:lnTo>
                    <a:pt x="336297" y="5636417"/>
                  </a:lnTo>
                  <a:lnTo>
                    <a:pt x="336549" y="5585860"/>
                  </a:lnTo>
                  <a:lnTo>
                    <a:pt x="336742" y="5535303"/>
                  </a:lnTo>
                  <a:lnTo>
                    <a:pt x="336875" y="5484747"/>
                  </a:lnTo>
                  <a:lnTo>
                    <a:pt x="336950" y="5434191"/>
                  </a:lnTo>
                  <a:lnTo>
                    <a:pt x="336966" y="5383635"/>
                  </a:lnTo>
                  <a:lnTo>
                    <a:pt x="336922" y="5333080"/>
                  </a:lnTo>
                  <a:lnTo>
                    <a:pt x="336819" y="5282524"/>
                  </a:lnTo>
                  <a:lnTo>
                    <a:pt x="336658" y="5231969"/>
                  </a:lnTo>
                  <a:lnTo>
                    <a:pt x="336437" y="5181415"/>
                  </a:lnTo>
                  <a:lnTo>
                    <a:pt x="336146" y="5130422"/>
                  </a:lnTo>
                  <a:lnTo>
                    <a:pt x="335796" y="5079433"/>
                  </a:lnTo>
                  <a:lnTo>
                    <a:pt x="335387" y="5028448"/>
                  </a:lnTo>
                  <a:lnTo>
                    <a:pt x="334917" y="4977467"/>
                  </a:lnTo>
                  <a:lnTo>
                    <a:pt x="334389" y="4926490"/>
                  </a:lnTo>
                  <a:lnTo>
                    <a:pt x="333800" y="4875516"/>
                  </a:lnTo>
                  <a:lnTo>
                    <a:pt x="333153" y="4824546"/>
                  </a:lnTo>
                  <a:lnTo>
                    <a:pt x="332445" y="4773581"/>
                  </a:lnTo>
                  <a:lnTo>
                    <a:pt x="331678" y="4722619"/>
                  </a:lnTo>
                  <a:lnTo>
                    <a:pt x="330852" y="4671661"/>
                  </a:lnTo>
                  <a:lnTo>
                    <a:pt x="329966" y="4620706"/>
                  </a:lnTo>
                  <a:lnTo>
                    <a:pt x="329020" y="4569756"/>
                  </a:lnTo>
                  <a:lnTo>
                    <a:pt x="328015" y="4518810"/>
                  </a:lnTo>
                  <a:lnTo>
                    <a:pt x="326950" y="4467867"/>
                  </a:lnTo>
                  <a:lnTo>
                    <a:pt x="325826" y="4416928"/>
                  </a:lnTo>
                  <a:lnTo>
                    <a:pt x="324642" y="4365993"/>
                  </a:lnTo>
                  <a:lnTo>
                    <a:pt x="323399" y="4315062"/>
                  </a:lnTo>
                  <a:lnTo>
                    <a:pt x="322096" y="4264135"/>
                  </a:lnTo>
                  <a:lnTo>
                    <a:pt x="320734" y="4213211"/>
                  </a:lnTo>
                  <a:lnTo>
                    <a:pt x="319312" y="4162292"/>
                  </a:lnTo>
                  <a:lnTo>
                    <a:pt x="317830" y="4111376"/>
                  </a:lnTo>
                  <a:lnTo>
                    <a:pt x="316289" y="4060464"/>
                  </a:lnTo>
                  <a:lnTo>
                    <a:pt x="314688" y="4009556"/>
                  </a:lnTo>
                  <a:lnTo>
                    <a:pt x="313028" y="3958652"/>
                  </a:lnTo>
                  <a:lnTo>
                    <a:pt x="311308" y="3907752"/>
                  </a:lnTo>
                  <a:lnTo>
                    <a:pt x="309529" y="3856855"/>
                  </a:lnTo>
                  <a:lnTo>
                    <a:pt x="307690" y="3805963"/>
                  </a:lnTo>
                  <a:lnTo>
                    <a:pt x="305792" y="3755074"/>
                  </a:lnTo>
                  <a:lnTo>
                    <a:pt x="303834" y="3704189"/>
                  </a:lnTo>
                  <a:lnTo>
                    <a:pt x="301816" y="3653308"/>
                  </a:lnTo>
                  <a:lnTo>
                    <a:pt x="299739" y="3602431"/>
                  </a:lnTo>
                  <a:lnTo>
                    <a:pt x="297603" y="3551558"/>
                  </a:lnTo>
                  <a:lnTo>
                    <a:pt x="295407" y="3500688"/>
                  </a:lnTo>
                  <a:lnTo>
                    <a:pt x="293151" y="3449823"/>
                  </a:lnTo>
                  <a:lnTo>
                    <a:pt x="290836" y="3398961"/>
                  </a:lnTo>
                  <a:lnTo>
                    <a:pt x="288461" y="3348103"/>
                  </a:lnTo>
                  <a:lnTo>
                    <a:pt x="286026" y="3297249"/>
                  </a:lnTo>
                  <a:lnTo>
                    <a:pt x="283533" y="3246399"/>
                  </a:lnTo>
                  <a:lnTo>
                    <a:pt x="280979" y="3195552"/>
                  </a:lnTo>
                  <a:lnTo>
                    <a:pt x="278366" y="3144710"/>
                  </a:lnTo>
                  <a:lnTo>
                    <a:pt x="275694" y="3093871"/>
                  </a:lnTo>
                  <a:lnTo>
                    <a:pt x="272961" y="3043037"/>
                  </a:lnTo>
                  <a:lnTo>
                    <a:pt x="270170" y="2992206"/>
                  </a:lnTo>
                  <a:lnTo>
                    <a:pt x="267319" y="2941379"/>
                  </a:lnTo>
                  <a:lnTo>
                    <a:pt x="264408" y="2890555"/>
                  </a:lnTo>
                  <a:lnTo>
                    <a:pt x="261437" y="2839736"/>
                  </a:lnTo>
                  <a:lnTo>
                    <a:pt x="258408" y="2788920"/>
                  </a:lnTo>
                  <a:lnTo>
                    <a:pt x="255318" y="2738109"/>
                  </a:lnTo>
                  <a:lnTo>
                    <a:pt x="252169" y="2687301"/>
                  </a:lnTo>
                  <a:lnTo>
                    <a:pt x="248961" y="2636497"/>
                  </a:lnTo>
                  <a:lnTo>
                    <a:pt x="245693" y="2585697"/>
                  </a:lnTo>
                  <a:lnTo>
                    <a:pt x="242365" y="2534901"/>
                  </a:lnTo>
                  <a:lnTo>
                    <a:pt x="238978" y="2484108"/>
                  </a:lnTo>
                  <a:lnTo>
                    <a:pt x="235531" y="2433320"/>
                  </a:lnTo>
                  <a:lnTo>
                    <a:pt x="232025" y="2382535"/>
                  </a:lnTo>
                  <a:lnTo>
                    <a:pt x="228459" y="2331754"/>
                  </a:lnTo>
                  <a:lnTo>
                    <a:pt x="224834" y="2280977"/>
                  </a:lnTo>
                  <a:lnTo>
                    <a:pt x="221149" y="2230204"/>
                  </a:lnTo>
                  <a:lnTo>
                    <a:pt x="217404" y="2179435"/>
                  </a:lnTo>
                  <a:lnTo>
                    <a:pt x="213600" y="2128669"/>
                  </a:lnTo>
                  <a:lnTo>
                    <a:pt x="209737" y="2077908"/>
                  </a:lnTo>
                  <a:lnTo>
                    <a:pt x="205813" y="2027150"/>
                  </a:lnTo>
                  <a:lnTo>
                    <a:pt x="201831" y="1976396"/>
                  </a:lnTo>
                  <a:lnTo>
                    <a:pt x="197788" y="1925646"/>
                  </a:lnTo>
                  <a:lnTo>
                    <a:pt x="193687" y="1874900"/>
                  </a:lnTo>
                  <a:lnTo>
                    <a:pt x="189525" y="1824157"/>
                  </a:lnTo>
                  <a:lnTo>
                    <a:pt x="185304" y="1773419"/>
                  </a:lnTo>
                  <a:lnTo>
                    <a:pt x="181024" y="1722684"/>
                  </a:lnTo>
                  <a:lnTo>
                    <a:pt x="176684" y="1671954"/>
                  </a:lnTo>
                  <a:lnTo>
                    <a:pt x="172285" y="1621227"/>
                  </a:lnTo>
                  <a:lnTo>
                    <a:pt x="167825" y="1570504"/>
                  </a:lnTo>
                  <a:lnTo>
                    <a:pt x="163307" y="1519784"/>
                  </a:lnTo>
                  <a:lnTo>
                    <a:pt x="158729" y="1469069"/>
                  </a:lnTo>
                  <a:lnTo>
                    <a:pt x="154091" y="1418358"/>
                  </a:lnTo>
                  <a:lnTo>
                    <a:pt x="149394" y="1367650"/>
                  </a:lnTo>
                  <a:lnTo>
                    <a:pt x="144637" y="1316946"/>
                  </a:lnTo>
                  <a:lnTo>
                    <a:pt x="139820" y="1266246"/>
                  </a:lnTo>
                  <a:lnTo>
                    <a:pt x="134944" y="1215550"/>
                  </a:lnTo>
                  <a:lnTo>
                    <a:pt x="130009" y="1164858"/>
                  </a:lnTo>
                  <a:lnTo>
                    <a:pt x="125014" y="1114169"/>
                  </a:lnTo>
                  <a:lnTo>
                    <a:pt x="119959" y="1063485"/>
                  </a:lnTo>
                  <a:lnTo>
                    <a:pt x="114845" y="1012804"/>
                  </a:lnTo>
                  <a:lnTo>
                    <a:pt x="109671" y="962127"/>
                  </a:lnTo>
                  <a:lnTo>
                    <a:pt x="104438" y="911454"/>
                  </a:lnTo>
                  <a:lnTo>
                    <a:pt x="99145" y="860785"/>
                  </a:lnTo>
                  <a:lnTo>
                    <a:pt x="93793" y="810120"/>
                  </a:lnTo>
                  <a:lnTo>
                    <a:pt x="88381" y="759459"/>
                  </a:lnTo>
                  <a:lnTo>
                    <a:pt x="82910" y="708801"/>
                  </a:lnTo>
                  <a:lnTo>
                    <a:pt x="77379" y="658147"/>
                  </a:lnTo>
                  <a:lnTo>
                    <a:pt x="71788" y="607497"/>
                  </a:lnTo>
                  <a:lnTo>
                    <a:pt x="66138" y="556851"/>
                  </a:lnTo>
                  <a:lnTo>
                    <a:pt x="60428" y="506209"/>
                  </a:lnTo>
                  <a:lnTo>
                    <a:pt x="54659" y="455571"/>
                  </a:lnTo>
                  <a:lnTo>
                    <a:pt x="48830" y="404936"/>
                  </a:lnTo>
                  <a:lnTo>
                    <a:pt x="42942" y="354306"/>
                  </a:lnTo>
                  <a:lnTo>
                    <a:pt x="36994" y="303679"/>
                  </a:lnTo>
                  <a:lnTo>
                    <a:pt x="30987" y="253056"/>
                  </a:lnTo>
                  <a:lnTo>
                    <a:pt x="24920" y="202437"/>
                  </a:lnTo>
                  <a:lnTo>
                    <a:pt x="18793" y="151822"/>
                  </a:lnTo>
                  <a:lnTo>
                    <a:pt x="12607" y="101211"/>
                  </a:lnTo>
                  <a:lnTo>
                    <a:pt x="6362" y="50603"/>
                  </a:lnTo>
                  <a:lnTo>
                    <a:pt x="0" y="0"/>
                  </a:lnTo>
                  <a:lnTo>
                    <a:pt x="1489811" y="0"/>
                  </a:lnTo>
                  <a:close/>
                </a:path>
              </a:pathLst>
            </a:custGeom>
            <a:solidFill>
              <a:srgbClr val="326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91" y="5840"/>
              <a:ext cx="2367557" cy="312033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" y="3686746"/>
              <a:ext cx="2512004" cy="31419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9004" y="4257411"/>
              <a:ext cx="5076824" cy="499761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08381" rIns="0" bIns="0" rtlCol="0">
            <a:spAutoFit/>
          </a:bodyPr>
          <a:lstStyle/>
          <a:p>
            <a:pPr marL="1990089" marR="5080" indent="-906144">
              <a:lnSpc>
                <a:spcPct val="116599"/>
              </a:lnSpc>
              <a:spcBef>
                <a:spcPts val="100"/>
              </a:spcBef>
            </a:pPr>
            <a:r>
              <a:rPr spc="-165" dirty="0"/>
              <a:t>AI-</a:t>
            </a:r>
            <a:r>
              <a:rPr spc="-245" dirty="0"/>
              <a:t>driven</a:t>
            </a:r>
            <a:r>
              <a:rPr spc="-455" dirty="0"/>
              <a:t> </a:t>
            </a:r>
            <a:r>
              <a:rPr spc="-434" dirty="0"/>
              <a:t>Disease</a:t>
            </a:r>
            <a:r>
              <a:rPr spc="-455" dirty="0"/>
              <a:t> </a:t>
            </a:r>
            <a:r>
              <a:rPr spc="-245" dirty="0"/>
              <a:t>Monitoring</a:t>
            </a:r>
            <a:r>
              <a:rPr spc="-450" dirty="0"/>
              <a:t> </a:t>
            </a:r>
            <a:r>
              <a:rPr spc="-320" dirty="0"/>
              <a:t>and </a:t>
            </a:r>
            <a:r>
              <a:rPr spc="-390" dirty="0"/>
              <a:t>Treatment</a:t>
            </a:r>
            <a:r>
              <a:rPr spc="-495" dirty="0"/>
              <a:t> </a:t>
            </a:r>
            <a:r>
              <a:rPr spc="-340" dirty="0"/>
              <a:t>Efficacy</a:t>
            </a:r>
            <a:r>
              <a:rPr spc="-490" dirty="0"/>
              <a:t> </a:t>
            </a:r>
            <a:r>
              <a:rPr spc="-65" dirty="0"/>
              <a:t>platform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903776" y="4816475"/>
            <a:ext cx="594360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spc="-330" dirty="0">
                <a:latin typeface="Arial Black"/>
                <a:cs typeface="Arial Black"/>
              </a:rPr>
              <a:t>IT22208262</a:t>
            </a:r>
            <a:r>
              <a:rPr sz="3900" spc="-375" dirty="0">
                <a:latin typeface="Arial Black"/>
                <a:cs typeface="Arial Black"/>
              </a:rPr>
              <a:t> </a:t>
            </a:r>
            <a:r>
              <a:rPr sz="3900" spc="180" dirty="0">
                <a:latin typeface="Arial Black"/>
                <a:cs typeface="Arial Black"/>
              </a:rPr>
              <a:t>|</a:t>
            </a:r>
            <a:r>
              <a:rPr sz="3900" spc="-370" dirty="0">
                <a:latin typeface="Arial Black"/>
                <a:cs typeface="Arial Black"/>
              </a:rPr>
              <a:t> </a:t>
            </a:r>
            <a:r>
              <a:rPr sz="3900" spc="-254" dirty="0">
                <a:latin typeface="Arial Black"/>
                <a:cs typeface="Arial Black"/>
              </a:rPr>
              <a:t>Vithusha</a:t>
            </a:r>
            <a:r>
              <a:rPr sz="3900" spc="-370" dirty="0">
                <a:latin typeface="Arial Black"/>
                <a:cs typeface="Arial Black"/>
              </a:rPr>
              <a:t> </a:t>
            </a:r>
            <a:r>
              <a:rPr sz="3900" spc="-85" dirty="0">
                <a:latin typeface="Arial Black"/>
                <a:cs typeface="Arial Black"/>
              </a:rPr>
              <a:t>.P</a:t>
            </a:r>
            <a:endParaRPr sz="39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47737" y="9573498"/>
            <a:ext cx="69767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entury Gothic"/>
                <a:cs typeface="Century Gothic"/>
              </a:rPr>
              <a:t>IT222208262|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spc="-114" dirty="0">
                <a:latin typeface="Century Gothic"/>
                <a:cs typeface="Century Gothic"/>
              </a:rPr>
              <a:t>Vithusha|</a:t>
            </a:r>
            <a:r>
              <a:rPr sz="3200" spc="-30" dirty="0">
                <a:latin typeface="Century Gothic"/>
                <a:cs typeface="Century Gothic"/>
              </a:rPr>
              <a:t> </a:t>
            </a:r>
            <a:r>
              <a:rPr sz="3200" spc="130" dirty="0">
                <a:latin typeface="Century Gothic"/>
                <a:cs typeface="Century Gothic"/>
              </a:rPr>
              <a:t>R26-</a:t>
            </a:r>
            <a:r>
              <a:rPr sz="3200" spc="229" dirty="0">
                <a:latin typeface="Century Gothic"/>
                <a:cs typeface="Century Gothic"/>
              </a:rPr>
              <a:t>SE-</a:t>
            </a:r>
            <a:r>
              <a:rPr sz="3200" spc="135" dirty="0">
                <a:latin typeface="Century Gothic"/>
                <a:cs typeface="Century Gothic"/>
              </a:rPr>
              <a:t>032</a:t>
            </a:r>
            <a:endParaRPr sz="3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0323" y="1226005"/>
            <a:ext cx="5643245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409" dirty="0"/>
              <a:t>The</a:t>
            </a:r>
            <a:r>
              <a:rPr sz="4600" spc="-430" dirty="0"/>
              <a:t> </a:t>
            </a:r>
            <a:r>
              <a:rPr sz="4600" spc="-229" dirty="0"/>
              <a:t>Solution</a:t>
            </a:r>
            <a:r>
              <a:rPr sz="4600" spc="-430" dirty="0"/>
              <a:t> </a:t>
            </a:r>
            <a:r>
              <a:rPr sz="4600" spc="-1025" dirty="0"/>
              <a:t>&amp;</a:t>
            </a:r>
            <a:r>
              <a:rPr sz="4600" spc="-425" dirty="0"/>
              <a:t> </a:t>
            </a:r>
            <a:r>
              <a:rPr sz="4600" spc="-395" dirty="0"/>
              <a:t>Flow</a:t>
            </a:r>
            <a:endParaRPr sz="4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078" y="2368906"/>
            <a:ext cx="123825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078" y="3378556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078" y="4893031"/>
            <a:ext cx="123825" cy="123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0870" y="2104556"/>
            <a:ext cx="9153525" cy="305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16199"/>
              </a:lnSpc>
              <a:spcBef>
                <a:spcPts val="100"/>
              </a:spcBef>
            </a:pPr>
            <a:r>
              <a:rPr sz="2850" spc="-229" dirty="0">
                <a:latin typeface="Arial Black"/>
                <a:cs typeface="Arial Black"/>
              </a:rPr>
              <a:t>Gatekeeper</a:t>
            </a:r>
            <a:r>
              <a:rPr sz="2850" spc="-240" dirty="0">
                <a:latin typeface="Arial Black"/>
                <a:cs typeface="Arial Black"/>
              </a:rPr>
              <a:t> </a:t>
            </a:r>
            <a:r>
              <a:rPr sz="2850" spc="-270" dirty="0">
                <a:latin typeface="Arial Black"/>
                <a:cs typeface="Arial Black"/>
              </a:rPr>
              <a:t>Check</a:t>
            </a:r>
            <a:r>
              <a:rPr sz="2850" spc="-235" dirty="0">
                <a:latin typeface="Arial Black"/>
                <a:cs typeface="Arial Black"/>
              </a:rPr>
              <a:t> </a:t>
            </a:r>
            <a:r>
              <a:rPr sz="2850" spc="-250" dirty="0">
                <a:latin typeface="Arial Black"/>
                <a:cs typeface="Arial Black"/>
              </a:rPr>
              <a:t>(Image</a:t>
            </a:r>
            <a:r>
              <a:rPr sz="2850" spc="-240" dirty="0">
                <a:latin typeface="Arial Black"/>
                <a:cs typeface="Arial Black"/>
              </a:rPr>
              <a:t> </a:t>
            </a:r>
            <a:r>
              <a:rPr sz="2850" spc="-185" dirty="0">
                <a:latin typeface="Arial Black"/>
                <a:cs typeface="Arial Black"/>
              </a:rPr>
              <a:t>Validation):</a:t>
            </a:r>
            <a:r>
              <a:rPr sz="2850" spc="-235" dirty="0">
                <a:latin typeface="Arial Black"/>
                <a:cs typeface="Arial Black"/>
              </a:rPr>
              <a:t> </a:t>
            </a:r>
            <a:r>
              <a:rPr sz="2850" spc="-285" dirty="0">
                <a:latin typeface="Arial Black"/>
                <a:cs typeface="Arial Black"/>
              </a:rPr>
              <a:t>Base</a:t>
            </a:r>
            <a:r>
              <a:rPr sz="2850" spc="-240" dirty="0">
                <a:latin typeface="Arial Black"/>
                <a:cs typeface="Arial Black"/>
              </a:rPr>
              <a:t> </a:t>
            </a:r>
            <a:r>
              <a:rPr sz="2850" spc="-45" dirty="0">
                <a:latin typeface="Arial Black"/>
                <a:cs typeface="Arial Black"/>
              </a:rPr>
              <a:t>Model: </a:t>
            </a:r>
            <a:r>
              <a:rPr sz="2850" spc="-185" dirty="0">
                <a:latin typeface="Arial Black"/>
                <a:cs typeface="Arial Black"/>
              </a:rPr>
              <a:t>models.mobilenet_v2</a:t>
            </a:r>
            <a:r>
              <a:rPr sz="2850" spc="-235" dirty="0">
                <a:latin typeface="Arial Black"/>
                <a:cs typeface="Arial Black"/>
              </a:rPr>
              <a:t> </a:t>
            </a:r>
            <a:r>
              <a:rPr sz="2850" spc="-114" dirty="0">
                <a:latin typeface="Arial Black"/>
                <a:cs typeface="Arial Black"/>
              </a:rPr>
              <a:t>(both</a:t>
            </a:r>
            <a:r>
              <a:rPr sz="2850" spc="-235" dirty="0">
                <a:latin typeface="Arial Black"/>
                <a:cs typeface="Arial Black"/>
              </a:rPr>
              <a:t> </a:t>
            </a:r>
            <a:r>
              <a:rPr sz="2850" spc="-175" dirty="0">
                <a:latin typeface="Arial Black"/>
                <a:cs typeface="Arial Black"/>
              </a:rPr>
              <a:t>leaf</a:t>
            </a:r>
            <a:r>
              <a:rPr sz="2850" spc="-235" dirty="0">
                <a:latin typeface="Arial Black"/>
                <a:cs typeface="Arial Black"/>
              </a:rPr>
              <a:t> </a:t>
            </a:r>
            <a:r>
              <a:rPr sz="2850" spc="-175" dirty="0">
                <a:latin typeface="Arial Black"/>
                <a:cs typeface="Arial Black"/>
              </a:rPr>
              <a:t>and</a:t>
            </a:r>
            <a:r>
              <a:rPr sz="2850" spc="-229" dirty="0">
                <a:latin typeface="Arial Black"/>
                <a:cs typeface="Arial Black"/>
              </a:rPr>
              <a:t> </a:t>
            </a:r>
            <a:r>
              <a:rPr sz="2850" spc="-10" dirty="0">
                <a:latin typeface="Arial Black"/>
                <a:cs typeface="Arial Black"/>
              </a:rPr>
              <a:t>fruit)</a:t>
            </a:r>
            <a:endParaRPr sz="2850">
              <a:latin typeface="Arial Black"/>
              <a:cs typeface="Arial Black"/>
            </a:endParaRPr>
          </a:p>
          <a:p>
            <a:pPr marL="12700" marR="5080">
              <a:lnSpc>
                <a:spcPct val="116199"/>
              </a:lnSpc>
            </a:pPr>
            <a:r>
              <a:rPr sz="2850" spc="-180" dirty="0">
                <a:latin typeface="Arial Black"/>
                <a:cs typeface="Arial Black"/>
              </a:rPr>
              <a:t>Severity</a:t>
            </a:r>
            <a:r>
              <a:rPr sz="2850" spc="-250" dirty="0">
                <a:latin typeface="Arial Black"/>
                <a:cs typeface="Arial Black"/>
              </a:rPr>
              <a:t> </a:t>
            </a:r>
            <a:r>
              <a:rPr sz="2850" spc="-265" dirty="0">
                <a:latin typeface="Arial Black"/>
                <a:cs typeface="Arial Black"/>
              </a:rPr>
              <a:t>check: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254" dirty="0">
                <a:latin typeface="Arial Black"/>
                <a:cs typeface="Arial Black"/>
              </a:rPr>
              <a:t>The</a:t>
            </a:r>
            <a:r>
              <a:rPr sz="2850" spc="-250" dirty="0">
                <a:latin typeface="Arial Black"/>
                <a:cs typeface="Arial Black"/>
              </a:rPr>
              <a:t> </a:t>
            </a:r>
            <a:r>
              <a:rPr sz="2850" spc="-60" dirty="0">
                <a:latin typeface="Arial Black"/>
                <a:cs typeface="Arial Black"/>
              </a:rPr>
              <a:t>U-</a:t>
            </a:r>
            <a:r>
              <a:rPr sz="2850" spc="-175" dirty="0">
                <a:latin typeface="Arial Black"/>
                <a:cs typeface="Arial Black"/>
              </a:rPr>
              <a:t>Net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195" dirty="0">
                <a:latin typeface="Arial Black"/>
                <a:cs typeface="Arial Black"/>
              </a:rPr>
              <a:t>models</a:t>
            </a:r>
            <a:r>
              <a:rPr sz="2850" spc="-250" dirty="0">
                <a:latin typeface="Arial Black"/>
                <a:cs typeface="Arial Black"/>
              </a:rPr>
              <a:t> </a:t>
            </a:r>
            <a:r>
              <a:rPr sz="2850" spc="-120" dirty="0">
                <a:latin typeface="Arial Black"/>
                <a:cs typeface="Arial Black"/>
              </a:rPr>
              <a:t>identify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155" dirty="0">
                <a:latin typeface="Arial Black"/>
                <a:cs typeface="Arial Black"/>
              </a:rPr>
              <a:t>the</a:t>
            </a:r>
            <a:r>
              <a:rPr sz="2850" spc="-250" dirty="0">
                <a:latin typeface="Arial Black"/>
                <a:cs typeface="Arial Black"/>
              </a:rPr>
              <a:t> </a:t>
            </a:r>
            <a:r>
              <a:rPr sz="2850" spc="-300" dirty="0">
                <a:latin typeface="Arial Black"/>
                <a:cs typeface="Arial Black"/>
              </a:rPr>
              <a:t>exact </a:t>
            </a:r>
            <a:r>
              <a:rPr sz="2850" spc="-229" dirty="0">
                <a:latin typeface="Arial Black"/>
                <a:cs typeface="Arial Black"/>
              </a:rPr>
              <a:t>pixels</a:t>
            </a:r>
            <a:r>
              <a:rPr sz="2850" spc="-260" dirty="0">
                <a:latin typeface="Arial Black"/>
                <a:cs typeface="Arial Black"/>
              </a:rPr>
              <a:t> </a:t>
            </a:r>
            <a:r>
              <a:rPr sz="2850" spc="-80" dirty="0">
                <a:latin typeface="Arial Black"/>
                <a:cs typeface="Arial Black"/>
              </a:rPr>
              <a:t>of</a:t>
            </a:r>
            <a:r>
              <a:rPr sz="2850" spc="-254" dirty="0">
                <a:latin typeface="Arial Black"/>
                <a:cs typeface="Arial Black"/>
              </a:rPr>
              <a:t> </a:t>
            </a:r>
            <a:r>
              <a:rPr sz="2850" spc="-155" dirty="0">
                <a:latin typeface="Arial Black"/>
                <a:cs typeface="Arial Black"/>
              </a:rPr>
              <a:t>the</a:t>
            </a:r>
            <a:r>
              <a:rPr sz="2850" spc="-254" dirty="0">
                <a:latin typeface="Arial Black"/>
                <a:cs typeface="Arial Black"/>
              </a:rPr>
              <a:t> </a:t>
            </a:r>
            <a:r>
              <a:rPr sz="2850" spc="-250" dirty="0">
                <a:latin typeface="Arial Black"/>
                <a:cs typeface="Arial Black"/>
              </a:rPr>
              <a:t>disease</a:t>
            </a:r>
            <a:r>
              <a:rPr sz="2850" spc="-260" dirty="0">
                <a:latin typeface="Arial Black"/>
                <a:cs typeface="Arial Black"/>
              </a:rPr>
              <a:t> </a:t>
            </a:r>
            <a:r>
              <a:rPr sz="2850" spc="-175" dirty="0">
                <a:latin typeface="Arial Black"/>
                <a:cs typeface="Arial Black"/>
              </a:rPr>
              <a:t>and</a:t>
            </a:r>
            <a:r>
              <a:rPr sz="2850" spc="-254" dirty="0">
                <a:latin typeface="Arial Black"/>
                <a:cs typeface="Arial Black"/>
              </a:rPr>
              <a:t> </a:t>
            </a:r>
            <a:r>
              <a:rPr sz="2850" spc="-220" dirty="0">
                <a:latin typeface="Arial Black"/>
                <a:cs typeface="Arial Black"/>
              </a:rPr>
              <a:t>calculate</a:t>
            </a:r>
            <a:r>
              <a:rPr sz="2850" spc="-254" dirty="0">
                <a:latin typeface="Arial Black"/>
                <a:cs typeface="Arial Black"/>
              </a:rPr>
              <a:t> </a:t>
            </a:r>
            <a:r>
              <a:rPr sz="2850" spc="-155" dirty="0">
                <a:latin typeface="Arial Black"/>
                <a:cs typeface="Arial Black"/>
              </a:rPr>
              <a:t>the</a:t>
            </a:r>
            <a:r>
              <a:rPr sz="2850" spc="-254" dirty="0">
                <a:latin typeface="Arial Black"/>
                <a:cs typeface="Arial Black"/>
              </a:rPr>
              <a:t> </a:t>
            </a:r>
            <a:r>
              <a:rPr sz="2850" spc="-10" dirty="0">
                <a:latin typeface="Arial Black"/>
                <a:cs typeface="Arial Black"/>
              </a:rPr>
              <a:t>Severity </a:t>
            </a:r>
            <a:r>
              <a:rPr sz="2850" spc="-245" dirty="0">
                <a:latin typeface="Arial Black"/>
                <a:cs typeface="Arial Black"/>
              </a:rPr>
              <a:t>Percentage</a:t>
            </a:r>
            <a:r>
              <a:rPr sz="2850" spc="-235" dirty="0">
                <a:latin typeface="Arial Black"/>
                <a:cs typeface="Arial Black"/>
              </a:rPr>
              <a:t> </a:t>
            </a:r>
            <a:r>
              <a:rPr sz="2850" spc="-140" dirty="0">
                <a:latin typeface="Arial Black"/>
                <a:cs typeface="Arial Black"/>
              </a:rPr>
              <a:t>.(low/high)</a:t>
            </a:r>
            <a:r>
              <a:rPr sz="2850" spc="-229" dirty="0">
                <a:latin typeface="Arial Black"/>
                <a:cs typeface="Arial Black"/>
              </a:rPr>
              <a:t> </a:t>
            </a:r>
            <a:r>
              <a:rPr sz="2850" spc="-114" dirty="0">
                <a:latin typeface="Arial Black"/>
                <a:cs typeface="Arial Black"/>
              </a:rPr>
              <a:t>(both</a:t>
            </a:r>
            <a:r>
              <a:rPr sz="2850" spc="-229" dirty="0">
                <a:latin typeface="Arial Black"/>
                <a:cs typeface="Arial Black"/>
              </a:rPr>
              <a:t> </a:t>
            </a:r>
            <a:r>
              <a:rPr sz="2850" spc="-175" dirty="0">
                <a:latin typeface="Arial Black"/>
                <a:cs typeface="Arial Black"/>
              </a:rPr>
              <a:t>leaf</a:t>
            </a:r>
            <a:r>
              <a:rPr sz="2850" spc="-229" dirty="0">
                <a:latin typeface="Arial Black"/>
                <a:cs typeface="Arial Black"/>
              </a:rPr>
              <a:t> </a:t>
            </a:r>
            <a:r>
              <a:rPr sz="2850" spc="-175" dirty="0">
                <a:latin typeface="Arial Black"/>
                <a:cs typeface="Arial Black"/>
              </a:rPr>
              <a:t>and</a:t>
            </a:r>
            <a:r>
              <a:rPr sz="2850" spc="-229" dirty="0">
                <a:latin typeface="Arial Black"/>
                <a:cs typeface="Arial Black"/>
              </a:rPr>
              <a:t> </a:t>
            </a:r>
            <a:r>
              <a:rPr sz="2850" spc="-10" dirty="0">
                <a:latin typeface="Arial Black"/>
                <a:cs typeface="Arial Black"/>
              </a:rPr>
              <a:t>fruit)</a:t>
            </a:r>
            <a:endParaRPr sz="28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850" spc="-140" dirty="0">
                <a:latin typeface="Arial Black"/>
                <a:cs typeface="Arial Black"/>
              </a:rPr>
              <a:t>Rule-</a:t>
            </a:r>
            <a:r>
              <a:rPr sz="2850" spc="-250" dirty="0">
                <a:latin typeface="Arial Black"/>
                <a:cs typeface="Arial Black"/>
              </a:rPr>
              <a:t>Based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215" dirty="0">
                <a:latin typeface="Arial Black"/>
                <a:cs typeface="Arial Black"/>
              </a:rPr>
              <a:t>Engine: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180" dirty="0">
                <a:latin typeface="Arial Black"/>
                <a:cs typeface="Arial Black"/>
              </a:rPr>
              <a:t>severity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400" dirty="0">
                <a:latin typeface="Arial Black"/>
                <a:cs typeface="Arial Black"/>
              </a:rPr>
              <a:t>+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200" dirty="0">
                <a:latin typeface="Arial Black"/>
                <a:cs typeface="Arial Black"/>
              </a:rPr>
              <a:t>Weather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400" dirty="0">
                <a:latin typeface="Arial Black"/>
                <a:cs typeface="Arial Black"/>
              </a:rPr>
              <a:t>+</a:t>
            </a:r>
            <a:r>
              <a:rPr sz="2850" spc="-245" dirty="0">
                <a:latin typeface="Arial Black"/>
                <a:cs typeface="Arial Black"/>
              </a:rPr>
              <a:t> </a:t>
            </a:r>
            <a:r>
              <a:rPr sz="2850" spc="-10" dirty="0">
                <a:latin typeface="Arial Black"/>
                <a:cs typeface="Arial Black"/>
              </a:rPr>
              <a:t>History</a:t>
            </a:r>
            <a:endParaRPr sz="2850">
              <a:latin typeface="Arial Black"/>
              <a:cs typeface="Arial Black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730694" y="2038326"/>
            <a:ext cx="5195570" cy="2037080"/>
            <a:chOff x="11730694" y="2038326"/>
            <a:chExt cx="5195570" cy="2037080"/>
          </a:xfrm>
        </p:grpSpPr>
        <p:sp>
          <p:nvSpPr>
            <p:cNvPr id="8" name="object 8"/>
            <p:cNvSpPr/>
            <p:nvPr/>
          </p:nvSpPr>
          <p:spPr>
            <a:xfrm>
              <a:off x="11730694" y="2038326"/>
              <a:ext cx="5195570" cy="2037080"/>
            </a:xfrm>
            <a:custGeom>
              <a:avLst/>
              <a:gdLst/>
              <a:ahLst/>
              <a:cxnLst/>
              <a:rect l="l" t="t" r="r" b="b"/>
              <a:pathLst>
                <a:path w="5195569" h="2037079">
                  <a:moveTo>
                    <a:pt x="4959089" y="2036825"/>
                  </a:moveTo>
                  <a:lnTo>
                    <a:pt x="238125" y="2036825"/>
                  </a:lnTo>
                  <a:lnTo>
                    <a:pt x="191452" y="2032208"/>
                  </a:lnTo>
                  <a:lnTo>
                    <a:pt x="146998" y="2018699"/>
                  </a:lnTo>
                  <a:lnTo>
                    <a:pt x="106013" y="1996818"/>
                  </a:lnTo>
                  <a:lnTo>
                    <a:pt x="69745" y="1967080"/>
                  </a:lnTo>
                  <a:lnTo>
                    <a:pt x="40007" y="1930812"/>
                  </a:lnTo>
                  <a:lnTo>
                    <a:pt x="18126" y="1889827"/>
                  </a:lnTo>
                  <a:lnTo>
                    <a:pt x="4618" y="1845373"/>
                  </a:lnTo>
                  <a:lnTo>
                    <a:pt x="0" y="1798701"/>
                  </a:lnTo>
                  <a:lnTo>
                    <a:pt x="0" y="238125"/>
                  </a:lnTo>
                  <a:lnTo>
                    <a:pt x="4618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5" y="0"/>
                  </a:lnTo>
                  <a:lnTo>
                    <a:pt x="4959089" y="0"/>
                  </a:lnTo>
                  <a:lnTo>
                    <a:pt x="5005762" y="4617"/>
                  </a:lnTo>
                  <a:lnTo>
                    <a:pt x="5050216" y="18126"/>
                  </a:lnTo>
                  <a:lnTo>
                    <a:pt x="5091201" y="40007"/>
                  </a:lnTo>
                  <a:lnTo>
                    <a:pt x="5127469" y="69745"/>
                  </a:lnTo>
                  <a:lnTo>
                    <a:pt x="5157206" y="106013"/>
                  </a:lnTo>
                  <a:lnTo>
                    <a:pt x="5179088" y="146998"/>
                  </a:lnTo>
                  <a:lnTo>
                    <a:pt x="5192596" y="191452"/>
                  </a:lnTo>
                  <a:lnTo>
                    <a:pt x="5195497" y="220768"/>
                  </a:lnTo>
                  <a:lnTo>
                    <a:pt x="5195497" y="1816057"/>
                  </a:lnTo>
                  <a:lnTo>
                    <a:pt x="5179088" y="1889827"/>
                  </a:lnTo>
                  <a:lnTo>
                    <a:pt x="5157206" y="1930812"/>
                  </a:lnTo>
                  <a:lnTo>
                    <a:pt x="5127469" y="1967080"/>
                  </a:lnTo>
                  <a:lnTo>
                    <a:pt x="5091201" y="1996818"/>
                  </a:lnTo>
                  <a:lnTo>
                    <a:pt x="5050216" y="2018699"/>
                  </a:lnTo>
                  <a:lnTo>
                    <a:pt x="5005762" y="2032208"/>
                  </a:lnTo>
                  <a:lnTo>
                    <a:pt x="4959089" y="2036825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5494" y="2499527"/>
              <a:ext cx="123825" cy="123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5494" y="3004352"/>
              <a:ext cx="123825" cy="1238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5494" y="3509177"/>
              <a:ext cx="123825" cy="1238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049680" y="1353084"/>
            <a:ext cx="4572000" cy="24231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spc="-305" dirty="0">
                <a:latin typeface="Arial Black"/>
                <a:cs typeface="Arial Black"/>
              </a:rPr>
              <a:t>The</a:t>
            </a:r>
            <a:r>
              <a:rPr sz="3700" spc="-340" dirty="0">
                <a:latin typeface="Arial Black"/>
                <a:cs typeface="Arial Black"/>
              </a:rPr>
              <a:t> </a:t>
            </a:r>
            <a:r>
              <a:rPr sz="3700" spc="-210" dirty="0">
                <a:latin typeface="Arial Black"/>
                <a:cs typeface="Arial Black"/>
              </a:rPr>
              <a:t>Core</a:t>
            </a:r>
            <a:r>
              <a:rPr sz="3700" spc="-335" dirty="0">
                <a:latin typeface="Arial Black"/>
                <a:cs typeface="Arial Black"/>
              </a:rPr>
              <a:t> </a:t>
            </a:r>
            <a:r>
              <a:rPr sz="3700" spc="-85" dirty="0">
                <a:latin typeface="Arial Black"/>
                <a:cs typeface="Arial Black"/>
              </a:rPr>
              <a:t>Objective</a:t>
            </a:r>
            <a:endParaRPr sz="3700">
              <a:latin typeface="Arial Black"/>
              <a:cs typeface="Arial Black"/>
            </a:endParaRPr>
          </a:p>
          <a:p>
            <a:pPr marL="302895" marR="5080">
              <a:lnSpc>
                <a:spcPct val="116199"/>
              </a:lnSpc>
              <a:spcBef>
                <a:spcPts val="2470"/>
              </a:spcBef>
            </a:pPr>
            <a:r>
              <a:rPr sz="2850" spc="-225" dirty="0">
                <a:latin typeface="Arial Black"/>
                <a:cs typeface="Arial Black"/>
              </a:rPr>
              <a:t>Disease</a:t>
            </a:r>
            <a:r>
              <a:rPr sz="2850" spc="-220" dirty="0">
                <a:latin typeface="Arial Black"/>
                <a:cs typeface="Arial Black"/>
              </a:rPr>
              <a:t> </a:t>
            </a:r>
            <a:r>
              <a:rPr sz="2850" spc="-160" dirty="0">
                <a:latin typeface="Arial Black"/>
                <a:cs typeface="Arial Black"/>
              </a:rPr>
              <a:t>Severity</a:t>
            </a:r>
            <a:r>
              <a:rPr sz="2850" spc="-220" dirty="0">
                <a:latin typeface="Arial Black"/>
                <a:cs typeface="Arial Black"/>
              </a:rPr>
              <a:t> </a:t>
            </a:r>
            <a:r>
              <a:rPr sz="2850" spc="-180" dirty="0">
                <a:latin typeface="Arial Black"/>
                <a:cs typeface="Arial Black"/>
              </a:rPr>
              <a:t>Trends </a:t>
            </a:r>
            <a:r>
              <a:rPr sz="2850" spc="-150" dirty="0">
                <a:latin typeface="Arial Black"/>
                <a:cs typeface="Arial Black"/>
              </a:rPr>
              <a:t>Environmental</a:t>
            </a:r>
            <a:r>
              <a:rPr sz="2850" spc="-200" dirty="0">
                <a:latin typeface="Arial Black"/>
                <a:cs typeface="Arial Black"/>
              </a:rPr>
              <a:t> </a:t>
            </a:r>
            <a:r>
              <a:rPr sz="2850" spc="-10" dirty="0">
                <a:latin typeface="Arial Black"/>
                <a:cs typeface="Arial Black"/>
              </a:rPr>
              <a:t>Impact </a:t>
            </a:r>
            <a:r>
              <a:rPr sz="2850" spc="-204" dirty="0">
                <a:latin typeface="Arial Black"/>
                <a:cs typeface="Arial Black"/>
              </a:rPr>
              <a:t>Treatment</a:t>
            </a:r>
            <a:r>
              <a:rPr sz="2850" spc="-215" dirty="0">
                <a:latin typeface="Arial Black"/>
                <a:cs typeface="Arial Black"/>
              </a:rPr>
              <a:t> </a:t>
            </a:r>
            <a:r>
              <a:rPr sz="2850" spc="-25" dirty="0">
                <a:latin typeface="Arial Black"/>
                <a:cs typeface="Arial Black"/>
              </a:rPr>
              <a:t>monitoring</a:t>
            </a:r>
            <a:endParaRPr sz="2850">
              <a:latin typeface="Arial Black"/>
              <a:cs typeface="Arial Black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7848" y="6570154"/>
            <a:ext cx="123825" cy="1238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7848" y="7998904"/>
            <a:ext cx="123825" cy="1238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691734" y="6330759"/>
            <a:ext cx="10258425" cy="288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9385">
              <a:lnSpc>
                <a:spcPct val="115700"/>
              </a:lnSpc>
              <a:spcBef>
                <a:spcPts val="100"/>
              </a:spcBef>
            </a:pPr>
            <a:r>
              <a:rPr sz="2700" spc="-210" dirty="0">
                <a:latin typeface="Arial Black"/>
                <a:cs typeface="Arial Black"/>
              </a:rPr>
              <a:t>Treatment</a:t>
            </a:r>
            <a:r>
              <a:rPr sz="2700" spc="-200" dirty="0">
                <a:latin typeface="Arial Black"/>
                <a:cs typeface="Arial Black"/>
              </a:rPr>
              <a:t> </a:t>
            </a:r>
            <a:r>
              <a:rPr sz="2700" spc="-155" dirty="0">
                <a:latin typeface="Arial Black"/>
                <a:cs typeface="Arial Black"/>
              </a:rPr>
              <a:t>Uncertainty:</a:t>
            </a:r>
            <a:r>
              <a:rPr sz="2700" spc="-200" dirty="0">
                <a:latin typeface="Arial Black"/>
                <a:cs typeface="Arial Black"/>
              </a:rPr>
              <a:t> </a:t>
            </a:r>
            <a:r>
              <a:rPr sz="2700" spc="-220" dirty="0">
                <a:latin typeface="Arial Black"/>
                <a:cs typeface="Arial Black"/>
              </a:rPr>
              <a:t>Farmers</a:t>
            </a:r>
            <a:r>
              <a:rPr sz="2700" spc="-200" dirty="0">
                <a:latin typeface="Arial Black"/>
                <a:cs typeface="Arial Black"/>
              </a:rPr>
              <a:t> </a:t>
            </a:r>
            <a:r>
              <a:rPr sz="2700" spc="-120" dirty="0">
                <a:latin typeface="Arial Black"/>
                <a:cs typeface="Arial Black"/>
              </a:rPr>
              <a:t>apply</a:t>
            </a:r>
            <a:r>
              <a:rPr sz="2700" spc="-195" dirty="0">
                <a:latin typeface="Arial Black"/>
                <a:cs typeface="Arial Black"/>
              </a:rPr>
              <a:t> </a:t>
            </a:r>
            <a:r>
              <a:rPr sz="2700" spc="-220" dirty="0">
                <a:latin typeface="Arial Black"/>
                <a:cs typeface="Arial Black"/>
              </a:rPr>
              <a:t>expensive</a:t>
            </a:r>
            <a:r>
              <a:rPr sz="2700" spc="-200" dirty="0">
                <a:latin typeface="Arial Black"/>
                <a:cs typeface="Arial Black"/>
              </a:rPr>
              <a:t> </a:t>
            </a:r>
            <a:r>
              <a:rPr sz="2700" spc="-55" dirty="0">
                <a:latin typeface="Arial Black"/>
                <a:cs typeface="Arial Black"/>
              </a:rPr>
              <a:t>fungicides </a:t>
            </a:r>
            <a:r>
              <a:rPr sz="2700" spc="-105" dirty="0">
                <a:latin typeface="Arial Black"/>
                <a:cs typeface="Arial Black"/>
              </a:rPr>
              <a:t>but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04" dirty="0">
                <a:latin typeface="Arial Black"/>
                <a:cs typeface="Arial Black"/>
              </a:rPr>
              <a:t>have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114" dirty="0">
                <a:latin typeface="Arial Black"/>
                <a:cs typeface="Arial Black"/>
              </a:rPr>
              <a:t>no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170" dirty="0">
                <a:latin typeface="Arial Black"/>
                <a:cs typeface="Arial Black"/>
              </a:rPr>
              <a:t>automated</a:t>
            </a:r>
            <a:r>
              <a:rPr sz="2700" spc="-235" dirty="0">
                <a:latin typeface="Arial Black"/>
                <a:cs typeface="Arial Black"/>
              </a:rPr>
              <a:t> </a:t>
            </a:r>
            <a:r>
              <a:rPr sz="2700" spc="-290" dirty="0">
                <a:latin typeface="Arial Black"/>
                <a:cs typeface="Arial Black"/>
              </a:rPr>
              <a:t>way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114" dirty="0">
                <a:latin typeface="Arial Black"/>
                <a:cs typeface="Arial Black"/>
              </a:rPr>
              <a:t>to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25" dirty="0">
                <a:latin typeface="Arial Black"/>
                <a:cs typeface="Arial Black"/>
              </a:rPr>
              <a:t>track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75" dirty="0">
                <a:latin typeface="Arial Black"/>
                <a:cs typeface="Arial Black"/>
              </a:rPr>
              <a:t>if</a:t>
            </a:r>
            <a:r>
              <a:rPr sz="2700" spc="-235" dirty="0">
                <a:latin typeface="Arial Black"/>
                <a:cs typeface="Arial Black"/>
              </a:rPr>
              <a:t> </a:t>
            </a:r>
            <a:r>
              <a:rPr sz="2700" spc="-150" dirty="0">
                <a:latin typeface="Arial Black"/>
                <a:cs typeface="Arial Black"/>
              </a:rPr>
              <a:t>the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35" dirty="0">
                <a:latin typeface="Arial Black"/>
                <a:cs typeface="Arial Black"/>
              </a:rPr>
              <a:t>disease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25" dirty="0">
                <a:latin typeface="Arial Black"/>
                <a:cs typeface="Arial Black"/>
              </a:rPr>
              <a:t>is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110" dirty="0">
                <a:latin typeface="Arial Black"/>
                <a:cs typeface="Arial Black"/>
              </a:rPr>
              <a:t>actually </a:t>
            </a:r>
            <a:r>
              <a:rPr sz="2700" spc="-190" dirty="0">
                <a:latin typeface="Arial Black"/>
                <a:cs typeface="Arial Black"/>
              </a:rPr>
              <a:t>shrinking</a:t>
            </a:r>
            <a:r>
              <a:rPr sz="2700" spc="-225" dirty="0">
                <a:latin typeface="Arial Black"/>
                <a:cs typeface="Arial Black"/>
              </a:rPr>
              <a:t> </a:t>
            </a:r>
            <a:r>
              <a:rPr sz="2700" spc="-90" dirty="0">
                <a:latin typeface="Arial Black"/>
                <a:cs typeface="Arial Black"/>
              </a:rPr>
              <a:t>or</a:t>
            </a:r>
            <a:r>
              <a:rPr sz="2700" spc="-225" dirty="0">
                <a:latin typeface="Arial Black"/>
                <a:cs typeface="Arial Black"/>
              </a:rPr>
              <a:t> </a:t>
            </a:r>
            <a:r>
              <a:rPr sz="2700" spc="-185" dirty="0">
                <a:latin typeface="Arial Black"/>
                <a:cs typeface="Arial Black"/>
              </a:rPr>
              <a:t>spreading</a:t>
            </a:r>
            <a:r>
              <a:rPr sz="2700" spc="-225" dirty="0">
                <a:latin typeface="Arial Black"/>
                <a:cs typeface="Arial Black"/>
              </a:rPr>
              <a:t> </a:t>
            </a:r>
            <a:r>
              <a:rPr sz="2700" spc="-140" dirty="0">
                <a:latin typeface="Arial Black"/>
                <a:cs typeface="Arial Black"/>
              </a:rPr>
              <a:t>after</a:t>
            </a:r>
            <a:r>
              <a:rPr sz="2700" spc="-225" dirty="0">
                <a:latin typeface="Arial Black"/>
                <a:cs typeface="Arial Black"/>
              </a:rPr>
              <a:t> </a:t>
            </a:r>
            <a:r>
              <a:rPr sz="2700" spc="-150" dirty="0">
                <a:latin typeface="Arial Black"/>
                <a:cs typeface="Arial Black"/>
              </a:rPr>
              <a:t>the</a:t>
            </a:r>
            <a:r>
              <a:rPr sz="2700" spc="-225" dirty="0">
                <a:latin typeface="Arial Black"/>
                <a:cs typeface="Arial Black"/>
              </a:rPr>
              <a:t> </a:t>
            </a:r>
            <a:r>
              <a:rPr sz="2700" spc="-45" dirty="0">
                <a:latin typeface="Arial Black"/>
                <a:cs typeface="Arial Black"/>
              </a:rPr>
              <a:t>application.</a:t>
            </a:r>
            <a:endParaRPr sz="2700">
              <a:latin typeface="Arial Black"/>
              <a:cs typeface="Arial Black"/>
            </a:endParaRPr>
          </a:p>
          <a:p>
            <a:pPr marL="12700" marR="5080">
              <a:lnSpc>
                <a:spcPct val="115700"/>
              </a:lnSpc>
            </a:pPr>
            <a:r>
              <a:rPr sz="2700" spc="-175" dirty="0">
                <a:latin typeface="Arial Black"/>
                <a:cs typeface="Arial Black"/>
              </a:rPr>
              <a:t>Efficacy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65" dirty="0">
                <a:latin typeface="Arial Black"/>
                <a:cs typeface="Arial Black"/>
              </a:rPr>
              <a:t>Tracking</a:t>
            </a:r>
            <a:r>
              <a:rPr sz="2700" spc="-235" dirty="0">
                <a:latin typeface="Arial Black"/>
                <a:cs typeface="Arial Black"/>
              </a:rPr>
              <a:t> </a:t>
            </a:r>
            <a:r>
              <a:rPr sz="2700" spc="-195" dirty="0">
                <a:latin typeface="Arial Black"/>
                <a:cs typeface="Arial Black"/>
              </a:rPr>
              <a:t>Gap: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10" dirty="0">
                <a:latin typeface="Arial Black"/>
                <a:cs typeface="Arial Black"/>
              </a:rPr>
              <a:t>There</a:t>
            </a:r>
            <a:r>
              <a:rPr sz="2700" spc="-235" dirty="0">
                <a:latin typeface="Arial Black"/>
                <a:cs typeface="Arial Black"/>
              </a:rPr>
              <a:t> </a:t>
            </a:r>
            <a:r>
              <a:rPr sz="2700" spc="-225" dirty="0">
                <a:latin typeface="Arial Black"/>
                <a:cs typeface="Arial Black"/>
              </a:rPr>
              <a:t>is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70" dirty="0">
                <a:latin typeface="Arial Black"/>
                <a:cs typeface="Arial Black"/>
              </a:rPr>
              <a:t>a</a:t>
            </a:r>
            <a:r>
              <a:rPr sz="2700" spc="-235" dirty="0">
                <a:latin typeface="Arial Black"/>
                <a:cs typeface="Arial Black"/>
              </a:rPr>
              <a:t> </a:t>
            </a:r>
            <a:r>
              <a:rPr sz="2700" spc="-254" dirty="0">
                <a:latin typeface="Arial Black"/>
                <a:cs typeface="Arial Black"/>
              </a:rPr>
              <a:t>lack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65" dirty="0">
                <a:latin typeface="Arial Black"/>
                <a:cs typeface="Arial Black"/>
              </a:rPr>
              <a:t>of</a:t>
            </a:r>
            <a:r>
              <a:rPr sz="2700" spc="-235" dirty="0">
                <a:latin typeface="Arial Black"/>
                <a:cs typeface="Arial Black"/>
              </a:rPr>
              <a:t> </a:t>
            </a:r>
            <a:r>
              <a:rPr sz="2700" spc="-150" dirty="0">
                <a:latin typeface="Arial Black"/>
                <a:cs typeface="Arial Black"/>
              </a:rPr>
              <a:t>tools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0" dirty="0">
                <a:latin typeface="Arial Black"/>
                <a:cs typeface="Arial Black"/>
              </a:rPr>
              <a:t>that </a:t>
            </a:r>
            <a:r>
              <a:rPr sz="2700" spc="-185" dirty="0">
                <a:latin typeface="Arial Black"/>
                <a:cs typeface="Arial Black"/>
              </a:rPr>
              <a:t>mathematically</a:t>
            </a:r>
            <a:r>
              <a:rPr sz="2700" spc="-210" dirty="0">
                <a:latin typeface="Arial Black"/>
                <a:cs typeface="Arial Black"/>
              </a:rPr>
              <a:t> </a:t>
            </a:r>
            <a:r>
              <a:rPr sz="2700" spc="-200" dirty="0">
                <a:latin typeface="Arial Black"/>
                <a:cs typeface="Arial Black"/>
              </a:rPr>
              <a:t>calculate</a:t>
            </a:r>
            <a:r>
              <a:rPr sz="2700" spc="-210" dirty="0">
                <a:latin typeface="Arial Black"/>
                <a:cs typeface="Arial Black"/>
              </a:rPr>
              <a:t> </a:t>
            </a:r>
            <a:r>
              <a:rPr sz="2700" spc="-150" dirty="0">
                <a:latin typeface="Arial Black"/>
                <a:cs typeface="Arial Black"/>
              </a:rPr>
              <a:t>the</a:t>
            </a:r>
            <a:r>
              <a:rPr sz="2700" spc="-204" dirty="0">
                <a:latin typeface="Arial Black"/>
                <a:cs typeface="Arial Black"/>
              </a:rPr>
              <a:t> </a:t>
            </a:r>
            <a:r>
              <a:rPr sz="2700" spc="-210" dirty="0">
                <a:latin typeface="Arial Black"/>
                <a:cs typeface="Arial Black"/>
              </a:rPr>
              <a:t>Treatment </a:t>
            </a:r>
            <a:r>
              <a:rPr sz="2700" spc="-220" dirty="0">
                <a:latin typeface="Arial Black"/>
                <a:cs typeface="Arial Black"/>
              </a:rPr>
              <a:t>Response</a:t>
            </a:r>
            <a:r>
              <a:rPr sz="2700" spc="-210" dirty="0">
                <a:latin typeface="Arial Black"/>
                <a:cs typeface="Arial Black"/>
              </a:rPr>
              <a:t> </a:t>
            </a:r>
            <a:r>
              <a:rPr sz="2700" spc="-240" dirty="0">
                <a:latin typeface="Arial Black"/>
                <a:cs typeface="Arial Black"/>
              </a:rPr>
              <a:t>Rate</a:t>
            </a:r>
            <a:r>
              <a:rPr sz="2700" spc="-204" dirty="0">
                <a:latin typeface="Arial Black"/>
                <a:cs typeface="Arial Black"/>
              </a:rPr>
              <a:t> </a:t>
            </a:r>
            <a:r>
              <a:rPr sz="2700" spc="-150" dirty="0">
                <a:latin typeface="Arial Black"/>
                <a:cs typeface="Arial Black"/>
              </a:rPr>
              <a:t>(TRR) </a:t>
            </a:r>
            <a:r>
              <a:rPr sz="2700" spc="-155" dirty="0">
                <a:latin typeface="Arial Black"/>
                <a:cs typeface="Arial Black"/>
              </a:rPr>
              <a:t>over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270" dirty="0">
                <a:latin typeface="Arial Black"/>
                <a:cs typeface="Arial Black"/>
              </a:rPr>
              <a:t>a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195" dirty="0">
                <a:latin typeface="Arial Black"/>
                <a:cs typeface="Arial Black"/>
              </a:rPr>
              <a:t>7-</a:t>
            </a:r>
            <a:r>
              <a:rPr sz="2700" spc="-160" dirty="0">
                <a:latin typeface="Arial Black"/>
                <a:cs typeface="Arial Black"/>
              </a:rPr>
              <a:t>day</a:t>
            </a:r>
            <a:r>
              <a:rPr sz="2700" spc="-240" dirty="0">
                <a:latin typeface="Arial Black"/>
                <a:cs typeface="Arial Black"/>
              </a:rPr>
              <a:t> </a:t>
            </a:r>
            <a:r>
              <a:rPr sz="2700" spc="-10" dirty="0">
                <a:latin typeface="Arial Black"/>
                <a:cs typeface="Arial Black"/>
              </a:rPr>
              <a:t>period.</a:t>
            </a:r>
            <a:endParaRPr sz="2700">
              <a:latin typeface="Arial Black"/>
              <a:cs typeface="Arial Blac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17675" y="7683023"/>
            <a:ext cx="2736850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spc="-295" dirty="0">
                <a:latin typeface="Arial Black"/>
                <a:cs typeface="Arial Black"/>
              </a:rPr>
              <a:t>Problems</a:t>
            </a:r>
            <a:endParaRPr sz="46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36139" y="-11299"/>
            <a:ext cx="5955750" cy="103012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2481" y="9068112"/>
            <a:ext cx="3238499" cy="8286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1354" y="250111"/>
            <a:ext cx="12392024" cy="26384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2481" y="3202863"/>
            <a:ext cx="8450580" cy="4538345"/>
            <a:chOff x="442481" y="3202863"/>
            <a:chExt cx="8450580" cy="4538345"/>
          </a:xfrm>
        </p:grpSpPr>
        <p:sp>
          <p:nvSpPr>
            <p:cNvPr id="6" name="object 6"/>
            <p:cNvSpPr/>
            <p:nvPr/>
          </p:nvSpPr>
          <p:spPr>
            <a:xfrm>
              <a:off x="442481" y="3202863"/>
              <a:ext cx="8450580" cy="4538345"/>
            </a:xfrm>
            <a:custGeom>
              <a:avLst/>
              <a:gdLst/>
              <a:ahLst/>
              <a:cxnLst/>
              <a:rect l="l" t="t" r="r" b="b"/>
              <a:pathLst>
                <a:path w="8450580" h="4538345">
                  <a:moveTo>
                    <a:pt x="8212084" y="4537964"/>
                  </a:moveTo>
                  <a:lnTo>
                    <a:pt x="238124" y="4537964"/>
                  </a:lnTo>
                  <a:lnTo>
                    <a:pt x="191452" y="4533346"/>
                  </a:lnTo>
                  <a:lnTo>
                    <a:pt x="146998" y="4519838"/>
                  </a:lnTo>
                  <a:lnTo>
                    <a:pt x="106013" y="4497956"/>
                  </a:lnTo>
                  <a:lnTo>
                    <a:pt x="69745" y="4468219"/>
                  </a:lnTo>
                  <a:lnTo>
                    <a:pt x="40007" y="4431951"/>
                  </a:lnTo>
                  <a:lnTo>
                    <a:pt x="18126" y="4390966"/>
                  </a:lnTo>
                  <a:lnTo>
                    <a:pt x="4617" y="4346512"/>
                  </a:lnTo>
                  <a:lnTo>
                    <a:pt x="0" y="4299839"/>
                  </a:lnTo>
                  <a:lnTo>
                    <a:pt x="0" y="238124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4" y="0"/>
                  </a:lnTo>
                  <a:lnTo>
                    <a:pt x="8212084" y="0"/>
                  </a:lnTo>
                  <a:lnTo>
                    <a:pt x="8258757" y="4617"/>
                  </a:lnTo>
                  <a:lnTo>
                    <a:pt x="8303211" y="18126"/>
                  </a:lnTo>
                  <a:lnTo>
                    <a:pt x="8344196" y="40007"/>
                  </a:lnTo>
                  <a:lnTo>
                    <a:pt x="8380464" y="69745"/>
                  </a:lnTo>
                  <a:lnTo>
                    <a:pt x="8410202" y="106013"/>
                  </a:lnTo>
                  <a:lnTo>
                    <a:pt x="8432083" y="146998"/>
                  </a:lnTo>
                  <a:lnTo>
                    <a:pt x="8445592" y="191452"/>
                  </a:lnTo>
                  <a:lnTo>
                    <a:pt x="8450209" y="238124"/>
                  </a:lnTo>
                  <a:lnTo>
                    <a:pt x="8450209" y="4299839"/>
                  </a:lnTo>
                  <a:lnTo>
                    <a:pt x="8445592" y="4346512"/>
                  </a:lnTo>
                  <a:lnTo>
                    <a:pt x="8432083" y="4390966"/>
                  </a:lnTo>
                  <a:lnTo>
                    <a:pt x="8410202" y="4431951"/>
                  </a:lnTo>
                  <a:lnTo>
                    <a:pt x="8380464" y="4468219"/>
                  </a:lnTo>
                  <a:lnTo>
                    <a:pt x="8344196" y="4497956"/>
                  </a:lnTo>
                  <a:lnTo>
                    <a:pt x="8303211" y="4519838"/>
                  </a:lnTo>
                  <a:lnTo>
                    <a:pt x="8258757" y="4533346"/>
                  </a:lnTo>
                  <a:lnTo>
                    <a:pt x="8212084" y="4537964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689" y="4061340"/>
              <a:ext cx="95250" cy="952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689" y="4432815"/>
              <a:ext cx="95250" cy="952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689" y="4804290"/>
              <a:ext cx="95250" cy="952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7689" y="5547240"/>
              <a:ext cx="95250" cy="952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68769" y="3863856"/>
            <a:ext cx="7512684" cy="335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92250">
              <a:lnSpc>
                <a:spcPct val="116100"/>
              </a:lnSpc>
              <a:spcBef>
                <a:spcPts val="100"/>
              </a:spcBef>
            </a:pPr>
            <a:r>
              <a:rPr sz="2100" spc="-140" dirty="0">
                <a:latin typeface="Arial Black"/>
                <a:cs typeface="Arial Black"/>
              </a:rPr>
              <a:t>Architecture:</a:t>
            </a:r>
            <a:r>
              <a:rPr sz="2100" spc="-130" dirty="0">
                <a:latin typeface="Arial Black"/>
                <a:cs typeface="Arial Black"/>
              </a:rPr>
              <a:t> </a:t>
            </a:r>
            <a:r>
              <a:rPr sz="2100" spc="-80" dirty="0">
                <a:latin typeface="Arial Black"/>
                <a:cs typeface="Arial Black"/>
              </a:rPr>
              <a:t>U-</a:t>
            </a:r>
            <a:r>
              <a:rPr sz="2100" spc="-90" dirty="0">
                <a:latin typeface="Arial Black"/>
                <a:cs typeface="Arial Black"/>
              </a:rPr>
              <a:t>Net</a:t>
            </a:r>
            <a:r>
              <a:rPr sz="2100" spc="-125" dirty="0">
                <a:latin typeface="Arial Black"/>
                <a:cs typeface="Arial Black"/>
              </a:rPr>
              <a:t> </a:t>
            </a:r>
            <a:r>
              <a:rPr sz="2100" spc="-160" dirty="0">
                <a:latin typeface="Arial Black"/>
                <a:cs typeface="Arial Black"/>
              </a:rPr>
              <a:t>(Semantic</a:t>
            </a:r>
            <a:r>
              <a:rPr sz="2100" spc="-130" dirty="0">
                <a:latin typeface="Arial Black"/>
                <a:cs typeface="Arial Black"/>
              </a:rPr>
              <a:t> Segmentation). Job: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50" dirty="0">
                <a:latin typeface="Arial Black"/>
                <a:cs typeface="Arial Black"/>
              </a:rPr>
              <a:t>Precision</a:t>
            </a:r>
            <a:r>
              <a:rPr sz="2100" spc="-160" dirty="0">
                <a:latin typeface="Arial Black"/>
                <a:cs typeface="Arial Black"/>
              </a:rPr>
              <a:t> </a:t>
            </a:r>
            <a:r>
              <a:rPr sz="2100" spc="-145" dirty="0">
                <a:latin typeface="Arial Black"/>
                <a:cs typeface="Arial Black"/>
              </a:rPr>
              <a:t>Measurement</a:t>
            </a:r>
            <a:r>
              <a:rPr sz="2100" spc="-160" dirty="0">
                <a:latin typeface="Arial Black"/>
                <a:cs typeface="Arial Black"/>
              </a:rPr>
              <a:t> </a:t>
            </a:r>
            <a:r>
              <a:rPr sz="2100" spc="-50" dirty="0">
                <a:latin typeface="Arial Black"/>
                <a:cs typeface="Arial Black"/>
              </a:rPr>
              <a:t>of</a:t>
            </a:r>
            <a:r>
              <a:rPr sz="2100" spc="-160" dirty="0">
                <a:latin typeface="Arial Black"/>
                <a:cs typeface="Arial Black"/>
              </a:rPr>
              <a:t> Leaf </a:t>
            </a:r>
            <a:r>
              <a:rPr sz="2100" spc="-110" dirty="0">
                <a:latin typeface="Arial Black"/>
                <a:cs typeface="Arial Black"/>
              </a:rPr>
              <a:t>Diseases.</a:t>
            </a:r>
            <a:endParaRPr sz="2100">
              <a:latin typeface="Arial Black"/>
              <a:cs typeface="Arial Black"/>
            </a:endParaRPr>
          </a:p>
          <a:p>
            <a:pPr marL="12700" marR="5080">
              <a:lnSpc>
                <a:spcPct val="116100"/>
              </a:lnSpc>
            </a:pPr>
            <a:r>
              <a:rPr sz="2100" spc="-135" dirty="0">
                <a:latin typeface="Arial Black"/>
                <a:cs typeface="Arial Black"/>
              </a:rPr>
              <a:t>Action: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05" dirty="0">
                <a:latin typeface="Arial Black"/>
                <a:cs typeface="Arial Black"/>
              </a:rPr>
              <a:t>It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55" dirty="0">
                <a:latin typeface="Arial Black"/>
                <a:cs typeface="Arial Black"/>
              </a:rPr>
              <a:t>looks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55" dirty="0">
                <a:latin typeface="Arial Black"/>
                <a:cs typeface="Arial Black"/>
              </a:rPr>
              <a:t>at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the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5" dirty="0">
                <a:latin typeface="Arial Black"/>
                <a:cs typeface="Arial Black"/>
              </a:rPr>
              <a:t>leaf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and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identifies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5" dirty="0">
                <a:latin typeface="Arial Black"/>
                <a:cs typeface="Arial Black"/>
              </a:rPr>
              <a:t>every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55" dirty="0">
                <a:latin typeface="Arial Black"/>
                <a:cs typeface="Arial Black"/>
              </a:rPr>
              <a:t>single</a:t>
            </a:r>
            <a:r>
              <a:rPr sz="2100" spc="-170" dirty="0">
                <a:latin typeface="Arial Black"/>
                <a:cs typeface="Arial Black"/>
              </a:rPr>
              <a:t> </a:t>
            </a:r>
            <a:r>
              <a:rPr sz="2100" spc="-80" dirty="0">
                <a:latin typeface="Arial Black"/>
                <a:cs typeface="Arial Black"/>
              </a:rPr>
              <a:t>pixel </a:t>
            </a:r>
            <a:r>
              <a:rPr sz="2100" spc="-120" dirty="0">
                <a:latin typeface="Arial Black"/>
                <a:cs typeface="Arial Black"/>
              </a:rPr>
              <a:t>infected</a:t>
            </a:r>
            <a:r>
              <a:rPr sz="2100" spc="-185" dirty="0">
                <a:latin typeface="Arial Black"/>
                <a:cs typeface="Arial Black"/>
              </a:rPr>
              <a:t> </a:t>
            </a:r>
            <a:r>
              <a:rPr sz="2100" spc="-85" dirty="0">
                <a:latin typeface="Arial Black"/>
                <a:cs typeface="Arial Black"/>
              </a:rPr>
              <a:t>by</a:t>
            </a:r>
            <a:r>
              <a:rPr sz="2100" spc="-185" dirty="0">
                <a:latin typeface="Arial Black"/>
                <a:cs typeface="Arial Black"/>
              </a:rPr>
              <a:t> </a:t>
            </a:r>
            <a:r>
              <a:rPr sz="2100" spc="-135" dirty="0">
                <a:latin typeface="Arial Black"/>
                <a:cs typeface="Arial Black"/>
              </a:rPr>
              <a:t>Early</a:t>
            </a:r>
            <a:r>
              <a:rPr sz="2100" spc="-180" dirty="0">
                <a:latin typeface="Arial Black"/>
                <a:cs typeface="Arial Black"/>
              </a:rPr>
              <a:t> </a:t>
            </a:r>
            <a:r>
              <a:rPr sz="2100" spc="-125" dirty="0">
                <a:latin typeface="Arial Black"/>
                <a:cs typeface="Arial Black"/>
              </a:rPr>
              <a:t>Blight</a:t>
            </a:r>
            <a:r>
              <a:rPr sz="2100" spc="-185" dirty="0">
                <a:latin typeface="Arial Black"/>
                <a:cs typeface="Arial Black"/>
              </a:rPr>
              <a:t> </a:t>
            </a:r>
            <a:r>
              <a:rPr sz="2100" spc="-80" dirty="0">
                <a:latin typeface="Arial Black"/>
                <a:cs typeface="Arial Black"/>
              </a:rPr>
              <a:t>or</a:t>
            </a:r>
            <a:r>
              <a:rPr sz="2100" spc="-185" dirty="0">
                <a:latin typeface="Arial Black"/>
                <a:cs typeface="Arial Black"/>
              </a:rPr>
              <a:t> </a:t>
            </a:r>
            <a:r>
              <a:rPr sz="2100" spc="-180" dirty="0">
                <a:latin typeface="Arial Black"/>
                <a:cs typeface="Arial Black"/>
              </a:rPr>
              <a:t>Late </a:t>
            </a:r>
            <a:r>
              <a:rPr sz="2100" spc="-10" dirty="0">
                <a:latin typeface="Arial Black"/>
                <a:cs typeface="Arial Black"/>
              </a:rPr>
              <a:t>Blight.</a:t>
            </a:r>
            <a:endParaRPr sz="2100">
              <a:latin typeface="Arial Black"/>
              <a:cs typeface="Arial Black"/>
            </a:endParaRPr>
          </a:p>
          <a:p>
            <a:pPr marL="12700" marR="48260">
              <a:lnSpc>
                <a:spcPct val="116100"/>
              </a:lnSpc>
            </a:pPr>
            <a:r>
              <a:rPr sz="2100" spc="-95" dirty="0">
                <a:latin typeface="Arial Black"/>
                <a:cs typeface="Arial Black"/>
              </a:rPr>
              <a:t>Output: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05" dirty="0">
                <a:latin typeface="Arial Black"/>
                <a:cs typeface="Arial Black"/>
              </a:rPr>
              <a:t>It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80" dirty="0">
                <a:latin typeface="Arial Black"/>
                <a:cs typeface="Arial Black"/>
              </a:rPr>
              <a:t>gives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60" dirty="0">
                <a:latin typeface="Arial Black"/>
                <a:cs typeface="Arial Black"/>
              </a:rPr>
              <a:t>an </a:t>
            </a:r>
            <a:r>
              <a:rPr sz="2100" spc="-220" dirty="0">
                <a:latin typeface="Arial Black"/>
                <a:cs typeface="Arial Black"/>
              </a:rPr>
              <a:t>exact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35" dirty="0">
                <a:latin typeface="Arial Black"/>
                <a:cs typeface="Arial Black"/>
              </a:rPr>
              <a:t>Severity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80" dirty="0">
                <a:latin typeface="Arial Black"/>
                <a:cs typeface="Arial Black"/>
              </a:rPr>
              <a:t>Percentage</a:t>
            </a:r>
            <a:r>
              <a:rPr sz="2100" spc="-160" dirty="0">
                <a:latin typeface="Arial Black"/>
                <a:cs typeface="Arial Black"/>
              </a:rPr>
              <a:t> </a:t>
            </a:r>
            <a:r>
              <a:rPr sz="2100" spc="-150" dirty="0">
                <a:latin typeface="Arial Black"/>
                <a:cs typeface="Arial Black"/>
              </a:rPr>
              <a:t>(e.g.,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50" dirty="0">
                <a:latin typeface="Arial Black"/>
                <a:cs typeface="Arial Black"/>
              </a:rPr>
              <a:t>"12.4% </a:t>
            </a:r>
            <a:r>
              <a:rPr sz="2100" spc="-50" dirty="0">
                <a:latin typeface="Arial Black"/>
                <a:cs typeface="Arial Black"/>
              </a:rPr>
              <a:t>of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5" dirty="0">
                <a:latin typeface="Arial Black"/>
                <a:cs typeface="Arial Black"/>
              </a:rPr>
              <a:t>this</a:t>
            </a:r>
            <a:r>
              <a:rPr sz="2100" spc="-170" dirty="0">
                <a:latin typeface="Arial Black"/>
                <a:cs typeface="Arial Black"/>
              </a:rPr>
              <a:t> </a:t>
            </a:r>
            <a:r>
              <a:rPr sz="2100" spc="-125" dirty="0">
                <a:latin typeface="Arial Black"/>
                <a:cs typeface="Arial Black"/>
              </a:rPr>
              <a:t>leaf</a:t>
            </a:r>
            <a:r>
              <a:rPr sz="2100" spc="-170" dirty="0">
                <a:latin typeface="Arial Black"/>
                <a:cs typeface="Arial Black"/>
              </a:rPr>
              <a:t> </a:t>
            </a:r>
            <a:r>
              <a:rPr sz="2100" spc="-175" dirty="0">
                <a:latin typeface="Arial Black"/>
                <a:cs typeface="Arial Black"/>
              </a:rPr>
              <a:t>is </a:t>
            </a:r>
            <a:r>
              <a:rPr sz="2100" spc="-120" dirty="0">
                <a:latin typeface="Arial Black"/>
                <a:cs typeface="Arial Black"/>
              </a:rPr>
              <a:t>infected"</a:t>
            </a:r>
            <a:r>
              <a:rPr sz="2100" spc="-170" dirty="0">
                <a:latin typeface="Arial Black"/>
                <a:cs typeface="Arial Black"/>
              </a:rPr>
              <a:t> </a:t>
            </a:r>
            <a:r>
              <a:rPr sz="2100" spc="-125" dirty="0">
                <a:latin typeface="Arial Black"/>
                <a:cs typeface="Arial Black"/>
              </a:rPr>
              <a:t>visible</a:t>
            </a:r>
            <a:r>
              <a:rPr sz="2100" spc="-170" dirty="0">
                <a:latin typeface="Arial Black"/>
                <a:cs typeface="Arial Black"/>
              </a:rPr>
              <a:t> </a:t>
            </a:r>
            <a:r>
              <a:rPr sz="2100" spc="-95" dirty="0">
                <a:latin typeface="Arial Black"/>
                <a:cs typeface="Arial Black"/>
              </a:rPr>
              <a:t>to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00" dirty="0">
                <a:latin typeface="Arial Black"/>
                <a:cs typeface="Arial Black"/>
              </a:rPr>
              <a:t>(low/high).</a:t>
            </a:r>
            <a:r>
              <a:rPr sz="2100" spc="-170" dirty="0">
                <a:latin typeface="Arial Black"/>
                <a:cs typeface="Arial Black"/>
              </a:rPr>
              <a:t> </a:t>
            </a:r>
            <a:r>
              <a:rPr sz="2100" spc="-20" dirty="0">
                <a:latin typeface="Arial Black"/>
                <a:cs typeface="Arial Black"/>
              </a:rPr>
              <a:t>This</a:t>
            </a:r>
            <a:endParaRPr sz="2100">
              <a:latin typeface="Arial Black"/>
              <a:cs typeface="Arial Black"/>
            </a:endParaRPr>
          </a:p>
          <a:p>
            <a:pPr marL="12700" marR="93345">
              <a:lnSpc>
                <a:spcPct val="116100"/>
              </a:lnSpc>
            </a:pPr>
            <a:r>
              <a:rPr sz="2100" spc="-165" dirty="0">
                <a:latin typeface="Arial Black"/>
                <a:cs typeface="Arial Black"/>
              </a:rPr>
              <a:t>percentage</a:t>
            </a:r>
            <a:r>
              <a:rPr sz="2100" spc="-180" dirty="0">
                <a:latin typeface="Arial Black"/>
                <a:cs typeface="Arial Black"/>
              </a:rPr>
              <a:t> </a:t>
            </a:r>
            <a:r>
              <a:rPr sz="2100" spc="-175" dirty="0">
                <a:latin typeface="Arial Black"/>
                <a:cs typeface="Arial Black"/>
              </a:rPr>
              <a:t>is </a:t>
            </a:r>
            <a:r>
              <a:rPr sz="2100" spc="-185" dirty="0">
                <a:latin typeface="Arial Black"/>
                <a:cs typeface="Arial Black"/>
              </a:rPr>
              <a:t>what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the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260" dirty="0">
                <a:latin typeface="Arial Black"/>
                <a:cs typeface="Arial Black"/>
              </a:rPr>
              <a:t>TRR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50" dirty="0">
                <a:latin typeface="Arial Black"/>
                <a:cs typeface="Arial Black"/>
              </a:rPr>
              <a:t>engine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95" dirty="0">
                <a:latin typeface="Arial Black"/>
                <a:cs typeface="Arial Black"/>
              </a:rPr>
              <a:t>uses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95" dirty="0">
                <a:latin typeface="Arial Black"/>
                <a:cs typeface="Arial Black"/>
              </a:rPr>
              <a:t>to</a:t>
            </a:r>
            <a:r>
              <a:rPr sz="2100" spc="-180" dirty="0">
                <a:latin typeface="Arial Black"/>
                <a:cs typeface="Arial Black"/>
              </a:rPr>
              <a:t> track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95" dirty="0">
                <a:latin typeface="Arial Black"/>
                <a:cs typeface="Arial Black"/>
              </a:rPr>
              <a:t>recovery </a:t>
            </a:r>
            <a:r>
              <a:rPr sz="2100" spc="-120" dirty="0">
                <a:latin typeface="Arial Black"/>
                <a:cs typeface="Arial Black"/>
              </a:rPr>
              <a:t>over</a:t>
            </a:r>
            <a:r>
              <a:rPr sz="2100" spc="-200" dirty="0">
                <a:latin typeface="Arial Black"/>
                <a:cs typeface="Arial Black"/>
              </a:rPr>
              <a:t> </a:t>
            </a:r>
            <a:r>
              <a:rPr sz="2100" spc="-350" dirty="0">
                <a:latin typeface="Arial Black"/>
                <a:cs typeface="Arial Black"/>
              </a:rPr>
              <a:t>7</a:t>
            </a:r>
            <a:r>
              <a:rPr sz="2100" spc="-200" dirty="0">
                <a:latin typeface="Arial Black"/>
                <a:cs typeface="Arial Black"/>
              </a:rPr>
              <a:t> </a:t>
            </a:r>
            <a:r>
              <a:rPr sz="2100" spc="-10" dirty="0">
                <a:latin typeface="Arial Black"/>
                <a:cs typeface="Arial Black"/>
              </a:rPr>
              <a:t>days.</a:t>
            </a:r>
            <a:endParaRPr sz="2100">
              <a:latin typeface="Arial Black"/>
              <a:cs typeface="Arial Black"/>
            </a:endParaRPr>
          </a:p>
          <a:p>
            <a:pPr marR="418465" algn="ctr">
              <a:lnSpc>
                <a:spcPct val="100000"/>
              </a:lnSpc>
              <a:spcBef>
                <a:spcPts val="425"/>
              </a:spcBef>
            </a:pPr>
            <a:r>
              <a:rPr sz="2000" b="1" i="1" dirty="0">
                <a:latin typeface="Arial"/>
                <a:cs typeface="Arial"/>
              </a:rPr>
              <a:t>Early</a:t>
            </a:r>
            <a:r>
              <a:rPr sz="2000" b="1" i="1" spc="-20" dirty="0">
                <a:latin typeface="Arial"/>
                <a:cs typeface="Arial"/>
              </a:rPr>
              <a:t> </a:t>
            </a:r>
            <a:r>
              <a:rPr sz="2000" b="1" i="1" spc="-155" dirty="0">
                <a:latin typeface="Arial"/>
                <a:cs typeface="Arial"/>
              </a:rPr>
              <a:t>Blioftht</a:t>
            </a:r>
            <a:r>
              <a:rPr sz="2000" b="1" i="1" spc="-15" dirty="0">
                <a:latin typeface="Arial"/>
                <a:cs typeface="Arial"/>
              </a:rPr>
              <a:t> </a:t>
            </a:r>
            <a:r>
              <a:rPr sz="2000" b="1" i="1" spc="55" dirty="0">
                <a:latin typeface="Arial"/>
                <a:cs typeface="Arial"/>
              </a:rPr>
              <a:t>-</a:t>
            </a:r>
            <a:r>
              <a:rPr sz="2000" b="1" i="1" spc="-80" dirty="0">
                <a:latin typeface="Arial"/>
                <a:cs typeface="Arial"/>
              </a:rPr>
              <a:t>A</a:t>
            </a:r>
            <a:r>
              <a:rPr sz="2000" b="1" i="1" spc="-15" dirty="0">
                <a:latin typeface="Arial"/>
                <a:cs typeface="Arial"/>
              </a:rPr>
              <a:t> </a:t>
            </a:r>
            <a:r>
              <a:rPr sz="2000" b="1" i="1" spc="60" dirty="0">
                <a:latin typeface="Arial"/>
                <a:cs typeface="Arial"/>
              </a:rPr>
              <a:t>,Late</a:t>
            </a:r>
            <a:r>
              <a:rPr sz="2000" b="1" i="1" spc="-15" dirty="0">
                <a:latin typeface="Arial"/>
                <a:cs typeface="Arial"/>
              </a:rPr>
              <a:t> </a:t>
            </a:r>
            <a:r>
              <a:rPr sz="2000" b="1" i="1" spc="-140" dirty="0">
                <a:latin typeface="Arial"/>
                <a:cs typeface="Arial"/>
              </a:rPr>
              <a:t>Blioftht-</a:t>
            </a:r>
            <a:r>
              <a:rPr sz="2000" b="1" i="1" spc="-50" dirty="0"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38968" y="3308499"/>
            <a:ext cx="8253730" cy="4432935"/>
            <a:chOff x="9438968" y="3308499"/>
            <a:chExt cx="8253730" cy="4432935"/>
          </a:xfrm>
        </p:grpSpPr>
        <p:sp>
          <p:nvSpPr>
            <p:cNvPr id="13" name="object 13"/>
            <p:cNvSpPr/>
            <p:nvPr/>
          </p:nvSpPr>
          <p:spPr>
            <a:xfrm>
              <a:off x="9438968" y="3308499"/>
              <a:ext cx="8253730" cy="4432935"/>
            </a:xfrm>
            <a:custGeom>
              <a:avLst/>
              <a:gdLst/>
              <a:ahLst/>
              <a:cxnLst/>
              <a:rect l="l" t="t" r="r" b="b"/>
              <a:pathLst>
                <a:path w="8253730" h="4432934">
                  <a:moveTo>
                    <a:pt x="8015376" y="4432327"/>
                  </a:moveTo>
                  <a:lnTo>
                    <a:pt x="238124" y="4432327"/>
                  </a:lnTo>
                  <a:lnTo>
                    <a:pt x="191452" y="4427709"/>
                  </a:lnTo>
                  <a:lnTo>
                    <a:pt x="146998" y="4414201"/>
                  </a:lnTo>
                  <a:lnTo>
                    <a:pt x="106013" y="4392319"/>
                  </a:lnTo>
                  <a:lnTo>
                    <a:pt x="69745" y="4362582"/>
                  </a:lnTo>
                  <a:lnTo>
                    <a:pt x="40007" y="4326314"/>
                  </a:lnTo>
                  <a:lnTo>
                    <a:pt x="18126" y="4285329"/>
                  </a:lnTo>
                  <a:lnTo>
                    <a:pt x="4617" y="4240875"/>
                  </a:lnTo>
                  <a:lnTo>
                    <a:pt x="0" y="4194202"/>
                  </a:lnTo>
                  <a:lnTo>
                    <a:pt x="0" y="238124"/>
                  </a:lnTo>
                  <a:lnTo>
                    <a:pt x="4617" y="191452"/>
                  </a:lnTo>
                  <a:lnTo>
                    <a:pt x="18126" y="146998"/>
                  </a:lnTo>
                  <a:lnTo>
                    <a:pt x="40007" y="106013"/>
                  </a:lnTo>
                  <a:lnTo>
                    <a:pt x="69745" y="69745"/>
                  </a:lnTo>
                  <a:lnTo>
                    <a:pt x="106013" y="40007"/>
                  </a:lnTo>
                  <a:lnTo>
                    <a:pt x="146998" y="18126"/>
                  </a:lnTo>
                  <a:lnTo>
                    <a:pt x="191452" y="4617"/>
                  </a:lnTo>
                  <a:lnTo>
                    <a:pt x="238124" y="0"/>
                  </a:lnTo>
                  <a:lnTo>
                    <a:pt x="8015376" y="0"/>
                  </a:lnTo>
                  <a:lnTo>
                    <a:pt x="8062049" y="4617"/>
                  </a:lnTo>
                  <a:lnTo>
                    <a:pt x="8106503" y="18126"/>
                  </a:lnTo>
                  <a:lnTo>
                    <a:pt x="8147488" y="40007"/>
                  </a:lnTo>
                  <a:lnTo>
                    <a:pt x="8183756" y="69745"/>
                  </a:lnTo>
                  <a:lnTo>
                    <a:pt x="8213493" y="106013"/>
                  </a:lnTo>
                  <a:lnTo>
                    <a:pt x="8235375" y="146998"/>
                  </a:lnTo>
                  <a:lnTo>
                    <a:pt x="8248883" y="191452"/>
                  </a:lnTo>
                  <a:lnTo>
                    <a:pt x="8253501" y="238124"/>
                  </a:lnTo>
                  <a:lnTo>
                    <a:pt x="8253501" y="4194202"/>
                  </a:lnTo>
                  <a:lnTo>
                    <a:pt x="8248883" y="4240875"/>
                  </a:lnTo>
                  <a:lnTo>
                    <a:pt x="8235375" y="4285329"/>
                  </a:lnTo>
                  <a:lnTo>
                    <a:pt x="8213493" y="4326314"/>
                  </a:lnTo>
                  <a:lnTo>
                    <a:pt x="8183756" y="4362582"/>
                  </a:lnTo>
                  <a:lnTo>
                    <a:pt x="8147488" y="4392319"/>
                  </a:lnTo>
                  <a:lnTo>
                    <a:pt x="8106503" y="4414201"/>
                  </a:lnTo>
                  <a:lnTo>
                    <a:pt x="8062049" y="4427709"/>
                  </a:lnTo>
                  <a:lnTo>
                    <a:pt x="8015376" y="4432327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81688" y="4061340"/>
              <a:ext cx="95250" cy="9524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81688" y="4804290"/>
              <a:ext cx="95250" cy="952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81688" y="5175765"/>
              <a:ext cx="95250" cy="9524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81688" y="5918715"/>
              <a:ext cx="95250" cy="952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312769" y="3863856"/>
            <a:ext cx="6826884" cy="335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8755">
              <a:lnSpc>
                <a:spcPct val="116100"/>
              </a:lnSpc>
              <a:spcBef>
                <a:spcPts val="100"/>
              </a:spcBef>
            </a:pPr>
            <a:r>
              <a:rPr sz="2100" spc="-140" dirty="0">
                <a:latin typeface="Arial Black"/>
                <a:cs typeface="Arial Black"/>
              </a:rPr>
              <a:t>Architecture:</a:t>
            </a:r>
            <a:r>
              <a:rPr sz="2100" spc="-130" dirty="0">
                <a:latin typeface="Arial Black"/>
                <a:cs typeface="Arial Black"/>
              </a:rPr>
              <a:t> </a:t>
            </a:r>
            <a:r>
              <a:rPr sz="2100" spc="-150" dirty="0">
                <a:latin typeface="Arial Black"/>
                <a:cs typeface="Arial Black"/>
              </a:rPr>
              <a:t>Multiclass</a:t>
            </a:r>
            <a:r>
              <a:rPr sz="2100" spc="-130" dirty="0">
                <a:latin typeface="Arial Black"/>
                <a:cs typeface="Arial Black"/>
              </a:rPr>
              <a:t> </a:t>
            </a:r>
            <a:r>
              <a:rPr sz="2100" spc="-80" dirty="0">
                <a:latin typeface="Arial Black"/>
                <a:cs typeface="Arial Black"/>
              </a:rPr>
              <a:t>U-</a:t>
            </a:r>
            <a:r>
              <a:rPr sz="2100" spc="-90" dirty="0">
                <a:latin typeface="Arial Black"/>
                <a:cs typeface="Arial Black"/>
              </a:rPr>
              <a:t>Net</a:t>
            </a:r>
            <a:r>
              <a:rPr sz="2100" spc="-125" dirty="0">
                <a:latin typeface="Arial Black"/>
                <a:cs typeface="Arial Black"/>
              </a:rPr>
              <a:t> </a:t>
            </a:r>
            <a:r>
              <a:rPr sz="2100" spc="-135" dirty="0">
                <a:latin typeface="Arial Black"/>
                <a:cs typeface="Arial Black"/>
              </a:rPr>
              <a:t>(Semantic </a:t>
            </a:r>
            <a:r>
              <a:rPr sz="2100" spc="-70" dirty="0">
                <a:latin typeface="Arial Black"/>
                <a:cs typeface="Arial Black"/>
              </a:rPr>
              <a:t>Segmentation).</a:t>
            </a:r>
            <a:endParaRPr sz="21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100" spc="-130" dirty="0">
                <a:latin typeface="Arial Black"/>
                <a:cs typeface="Arial Black"/>
              </a:rPr>
              <a:t>Job:</a:t>
            </a:r>
            <a:r>
              <a:rPr sz="2100" spc="-170" dirty="0">
                <a:latin typeface="Arial Black"/>
                <a:cs typeface="Arial Black"/>
              </a:rPr>
              <a:t> </a:t>
            </a:r>
            <a:r>
              <a:rPr sz="2100" spc="-140" dirty="0">
                <a:latin typeface="Arial Black"/>
                <a:cs typeface="Arial Black"/>
              </a:rPr>
              <a:t>Multitask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14" dirty="0">
                <a:latin typeface="Arial Black"/>
                <a:cs typeface="Arial Black"/>
              </a:rPr>
              <a:t>Fruit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75" dirty="0">
                <a:latin typeface="Arial Black"/>
                <a:cs typeface="Arial Black"/>
              </a:rPr>
              <a:t>Disease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Analysis.</a:t>
            </a:r>
            <a:endParaRPr sz="2100">
              <a:latin typeface="Arial Black"/>
              <a:cs typeface="Arial Black"/>
            </a:endParaRPr>
          </a:p>
          <a:p>
            <a:pPr marL="12700" marR="5080">
              <a:lnSpc>
                <a:spcPct val="116100"/>
              </a:lnSpc>
            </a:pPr>
            <a:r>
              <a:rPr sz="2100" spc="-135" dirty="0">
                <a:latin typeface="Arial Black"/>
                <a:cs typeface="Arial Black"/>
              </a:rPr>
              <a:t>Action:</a:t>
            </a:r>
            <a:r>
              <a:rPr sz="2100" spc="-180" dirty="0">
                <a:latin typeface="Arial Black"/>
                <a:cs typeface="Arial Black"/>
              </a:rPr>
              <a:t> This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model</a:t>
            </a:r>
            <a:r>
              <a:rPr sz="2100" spc="-175" dirty="0">
                <a:latin typeface="Arial Black"/>
                <a:cs typeface="Arial Black"/>
              </a:rPr>
              <a:t> is </a:t>
            </a:r>
            <a:r>
              <a:rPr sz="2100" spc="-140" dirty="0">
                <a:latin typeface="Arial Black"/>
                <a:cs typeface="Arial Black"/>
              </a:rPr>
              <a:t>more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65" dirty="0">
                <a:latin typeface="Arial Black"/>
                <a:cs typeface="Arial Black"/>
              </a:rPr>
              <a:t>complex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85" dirty="0">
                <a:latin typeface="Arial Black"/>
                <a:cs typeface="Arial Black"/>
              </a:rPr>
              <a:t>because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90" dirty="0">
                <a:latin typeface="Arial Black"/>
                <a:cs typeface="Arial Black"/>
              </a:rPr>
              <a:t>it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45" dirty="0">
                <a:latin typeface="Arial Black"/>
                <a:cs typeface="Arial Black"/>
              </a:rPr>
              <a:t>scans </a:t>
            </a:r>
            <a:r>
              <a:rPr sz="2100" spc="-60" dirty="0">
                <a:latin typeface="Arial Black"/>
                <a:cs typeface="Arial Black"/>
              </a:rPr>
              <a:t>for</a:t>
            </a:r>
            <a:r>
              <a:rPr sz="2100" spc="-160" dirty="0">
                <a:latin typeface="Arial Black"/>
                <a:cs typeface="Arial Black"/>
              </a:rPr>
              <a:t> </a:t>
            </a:r>
            <a:r>
              <a:rPr sz="2100" spc="-100" dirty="0">
                <a:latin typeface="Arial Black"/>
                <a:cs typeface="Arial Black"/>
              </a:rPr>
              <a:t>multiple</a:t>
            </a:r>
            <a:r>
              <a:rPr sz="2100" spc="-155" dirty="0">
                <a:latin typeface="Arial Black"/>
                <a:cs typeface="Arial Black"/>
              </a:rPr>
              <a:t> </a:t>
            </a:r>
            <a:r>
              <a:rPr sz="2100" spc="-90" dirty="0">
                <a:latin typeface="Arial Black"/>
                <a:cs typeface="Arial Black"/>
              </a:rPr>
              <a:t>different</a:t>
            </a:r>
            <a:r>
              <a:rPr sz="2100" spc="-155" dirty="0">
                <a:latin typeface="Arial Black"/>
                <a:cs typeface="Arial Black"/>
              </a:rPr>
              <a:t> </a:t>
            </a:r>
            <a:r>
              <a:rPr sz="2100" spc="-55" dirty="0">
                <a:latin typeface="Arial Black"/>
                <a:cs typeface="Arial Black"/>
              </a:rPr>
              <a:t>diseases</a:t>
            </a:r>
            <a:endParaRPr sz="2100">
              <a:latin typeface="Arial Black"/>
              <a:cs typeface="Arial Black"/>
            </a:endParaRPr>
          </a:p>
          <a:p>
            <a:pPr marL="12700" marR="164465">
              <a:lnSpc>
                <a:spcPct val="116100"/>
              </a:lnSpc>
            </a:pPr>
            <a:r>
              <a:rPr sz="2100" spc="-95" dirty="0">
                <a:latin typeface="Arial Black"/>
                <a:cs typeface="Arial Black"/>
              </a:rPr>
              <a:t>Output: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05" dirty="0">
                <a:latin typeface="Arial Black"/>
                <a:cs typeface="Arial Black"/>
              </a:rPr>
              <a:t>It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identifies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the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14" dirty="0">
                <a:latin typeface="Arial Black"/>
                <a:cs typeface="Arial Black"/>
              </a:rPr>
              <a:t>Dominant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75" dirty="0">
                <a:latin typeface="Arial Black"/>
                <a:cs typeface="Arial Black"/>
              </a:rPr>
              <a:t>Disease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10" dirty="0">
                <a:latin typeface="Arial Black"/>
                <a:cs typeface="Arial Black"/>
              </a:rPr>
              <a:t>(the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25" dirty="0">
                <a:latin typeface="Arial Black"/>
                <a:cs typeface="Arial Black"/>
              </a:rPr>
              <a:t>one </a:t>
            </a:r>
            <a:r>
              <a:rPr sz="2100" spc="-120" dirty="0">
                <a:latin typeface="Arial Black"/>
                <a:cs typeface="Arial Black"/>
              </a:rPr>
              <a:t>that</a:t>
            </a:r>
            <a:r>
              <a:rPr sz="2100" spc="-180" dirty="0">
                <a:latin typeface="Arial Black"/>
                <a:cs typeface="Arial Black"/>
              </a:rPr>
              <a:t> </a:t>
            </a:r>
            <a:r>
              <a:rPr sz="2100" spc="-175" dirty="0">
                <a:latin typeface="Arial Black"/>
                <a:cs typeface="Arial Black"/>
              </a:rPr>
              <a:t>is </a:t>
            </a:r>
            <a:r>
              <a:rPr sz="2100" spc="-150" dirty="0">
                <a:latin typeface="Arial Black"/>
                <a:cs typeface="Arial Black"/>
              </a:rPr>
              <a:t>most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55" dirty="0">
                <a:latin typeface="Arial Black"/>
                <a:cs typeface="Arial Black"/>
              </a:rPr>
              <a:t>severe)</a:t>
            </a:r>
            <a:r>
              <a:rPr sz="2100" spc="-180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and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70" dirty="0">
                <a:latin typeface="Arial Black"/>
                <a:cs typeface="Arial Black"/>
              </a:rPr>
              <a:t>calculates</a:t>
            </a:r>
            <a:r>
              <a:rPr sz="2100" spc="-180" dirty="0">
                <a:latin typeface="Arial Black"/>
                <a:cs typeface="Arial Black"/>
              </a:rPr>
              <a:t> </a:t>
            </a:r>
            <a:r>
              <a:rPr sz="2100" spc="-145" dirty="0">
                <a:latin typeface="Arial Black"/>
                <a:cs typeface="Arial Black"/>
              </a:rPr>
              <a:t>its</a:t>
            </a:r>
            <a:r>
              <a:rPr sz="2100" spc="-175" dirty="0">
                <a:latin typeface="Arial Black"/>
                <a:cs typeface="Arial Black"/>
              </a:rPr>
              <a:t> </a:t>
            </a:r>
            <a:r>
              <a:rPr sz="2100" spc="-10" dirty="0">
                <a:latin typeface="Arial Black"/>
                <a:cs typeface="Arial Black"/>
              </a:rPr>
              <a:t>precise </a:t>
            </a:r>
            <a:r>
              <a:rPr sz="2100" spc="-135" dirty="0">
                <a:latin typeface="Arial Black"/>
                <a:cs typeface="Arial Black"/>
              </a:rPr>
              <a:t>Severity</a:t>
            </a:r>
            <a:r>
              <a:rPr sz="2100" spc="-165" dirty="0">
                <a:latin typeface="Arial Black"/>
                <a:cs typeface="Arial Black"/>
              </a:rPr>
              <a:t> </a:t>
            </a:r>
            <a:r>
              <a:rPr sz="2100" spc="-180" dirty="0">
                <a:latin typeface="Arial Black"/>
                <a:cs typeface="Arial Black"/>
              </a:rPr>
              <a:t>Percentage</a:t>
            </a:r>
            <a:r>
              <a:rPr sz="2100" spc="-160" dirty="0">
                <a:latin typeface="Arial Black"/>
                <a:cs typeface="Arial Black"/>
              </a:rPr>
              <a:t> </a:t>
            </a:r>
            <a:r>
              <a:rPr sz="2100" spc="-90" dirty="0">
                <a:latin typeface="Arial Black"/>
                <a:cs typeface="Arial Black"/>
              </a:rPr>
              <a:t>on</a:t>
            </a:r>
            <a:r>
              <a:rPr sz="2100" spc="-160" dirty="0">
                <a:latin typeface="Arial Black"/>
                <a:cs typeface="Arial Black"/>
              </a:rPr>
              <a:t> </a:t>
            </a:r>
            <a:r>
              <a:rPr sz="2100" spc="-120" dirty="0">
                <a:latin typeface="Arial Black"/>
                <a:cs typeface="Arial Black"/>
              </a:rPr>
              <a:t>the</a:t>
            </a:r>
            <a:r>
              <a:rPr sz="2100" spc="-160" dirty="0">
                <a:latin typeface="Arial Black"/>
                <a:cs typeface="Arial Black"/>
              </a:rPr>
              <a:t> </a:t>
            </a:r>
            <a:r>
              <a:rPr sz="2100" spc="-10" dirty="0">
                <a:latin typeface="Arial Black"/>
                <a:cs typeface="Arial Black"/>
              </a:rPr>
              <a:t>fruit.</a:t>
            </a:r>
            <a:endParaRPr sz="2100">
              <a:latin typeface="Arial Black"/>
              <a:cs typeface="Arial Black"/>
            </a:endParaRPr>
          </a:p>
          <a:p>
            <a:pPr marR="252729" algn="ctr">
              <a:lnSpc>
                <a:spcPct val="100000"/>
              </a:lnSpc>
              <a:spcBef>
                <a:spcPts val="425"/>
              </a:spcBef>
            </a:pPr>
            <a:r>
              <a:rPr sz="2000" b="1" i="1" spc="-20" dirty="0">
                <a:latin typeface="Arial"/>
                <a:cs typeface="Arial"/>
              </a:rPr>
              <a:t>Blossom</a:t>
            </a:r>
            <a:r>
              <a:rPr sz="2000" b="1" i="1" spc="-9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End</a:t>
            </a:r>
            <a:r>
              <a:rPr sz="2000" b="1" i="1" spc="-90" dirty="0">
                <a:latin typeface="Arial"/>
                <a:cs typeface="Arial"/>
              </a:rPr>
              <a:t> </a:t>
            </a:r>
            <a:r>
              <a:rPr sz="2000" b="1" i="1" spc="45" dirty="0">
                <a:latin typeface="Arial"/>
                <a:cs typeface="Arial"/>
              </a:rPr>
              <a:t>Rot,Spotted</a:t>
            </a:r>
            <a:r>
              <a:rPr sz="2000" b="1" i="1" spc="-90" dirty="0">
                <a:latin typeface="Arial"/>
                <a:cs typeface="Arial"/>
              </a:rPr>
              <a:t> </a:t>
            </a:r>
            <a:r>
              <a:rPr sz="2000" b="1" i="1" spc="50" dirty="0">
                <a:latin typeface="Arial"/>
                <a:cs typeface="Arial"/>
              </a:rPr>
              <a:t>Wilt</a:t>
            </a:r>
            <a:r>
              <a:rPr sz="2000" b="1" i="1" spc="-95" dirty="0">
                <a:latin typeface="Arial"/>
                <a:cs typeface="Arial"/>
              </a:rPr>
              <a:t> </a:t>
            </a:r>
            <a:r>
              <a:rPr sz="2000" b="1" i="1" spc="-10" dirty="0">
                <a:latin typeface="Arial"/>
                <a:cs typeface="Arial"/>
              </a:rPr>
              <a:t>Virus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5670" y="8115915"/>
            <a:ext cx="1409890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5080" indent="-51435">
              <a:lnSpc>
                <a:spcPct val="119000"/>
              </a:lnSpc>
              <a:spcBef>
                <a:spcPts val="100"/>
              </a:spcBef>
            </a:pPr>
            <a:r>
              <a:rPr sz="2100" b="1" spc="-20" dirty="0">
                <a:latin typeface="Bookman Old Style"/>
                <a:cs typeface="Bookman Old Style"/>
              </a:rPr>
              <a:t>Gate</a:t>
            </a:r>
            <a:r>
              <a:rPr sz="2100" b="1" spc="-160" dirty="0">
                <a:latin typeface="Bookman Old Style"/>
                <a:cs typeface="Bookman Old Style"/>
              </a:rPr>
              <a:t> </a:t>
            </a:r>
            <a:r>
              <a:rPr sz="2100" b="1" spc="-20" dirty="0">
                <a:latin typeface="Bookman Old Style"/>
                <a:cs typeface="Bookman Old Style"/>
              </a:rPr>
              <a:t>Model</a:t>
            </a:r>
            <a:r>
              <a:rPr sz="2100" b="1" spc="-150" dirty="0">
                <a:latin typeface="Bookman Old Style"/>
                <a:cs typeface="Bookman Old Style"/>
              </a:rPr>
              <a:t> </a:t>
            </a:r>
            <a:r>
              <a:rPr sz="2100" b="1" spc="-100" dirty="0">
                <a:latin typeface="Bookman Old Style"/>
                <a:cs typeface="Bookman Old Style"/>
              </a:rPr>
              <a:t>asks:</a:t>
            </a:r>
            <a:r>
              <a:rPr sz="2100" b="1" spc="-95" dirty="0">
                <a:latin typeface="Bookman Old Style"/>
                <a:cs typeface="Bookman Old Style"/>
              </a:rPr>
              <a:t> </a:t>
            </a:r>
            <a:r>
              <a:rPr sz="2100" b="1" spc="-140" dirty="0">
                <a:latin typeface="Bookman Old Style"/>
                <a:cs typeface="Bookman Old Style"/>
              </a:rPr>
              <a:t>"Is</a:t>
            </a:r>
            <a:r>
              <a:rPr sz="2100" b="1" spc="-95" dirty="0">
                <a:latin typeface="Bookman Old Style"/>
                <a:cs typeface="Bookman Old Style"/>
              </a:rPr>
              <a:t> </a:t>
            </a:r>
            <a:r>
              <a:rPr sz="2100" b="1" spc="-90" dirty="0">
                <a:latin typeface="Bookman Old Style"/>
                <a:cs typeface="Bookman Old Style"/>
              </a:rPr>
              <a:t>this</a:t>
            </a:r>
            <a:r>
              <a:rPr sz="2100" b="1" spc="-95" dirty="0">
                <a:latin typeface="Bookman Old Style"/>
                <a:cs typeface="Bookman Old Style"/>
              </a:rPr>
              <a:t> </a:t>
            </a:r>
            <a:r>
              <a:rPr sz="2100" b="1" dirty="0">
                <a:latin typeface="Bookman Old Style"/>
                <a:cs typeface="Bookman Old Style"/>
              </a:rPr>
              <a:t>a</a:t>
            </a:r>
            <a:r>
              <a:rPr sz="2100" b="1" spc="-110" dirty="0">
                <a:latin typeface="Bookman Old Style"/>
                <a:cs typeface="Bookman Old Style"/>
              </a:rPr>
              <a:t> </a:t>
            </a:r>
            <a:r>
              <a:rPr sz="2100" b="1" spc="-25" dirty="0">
                <a:latin typeface="Bookman Old Style"/>
                <a:cs typeface="Bookman Old Style"/>
              </a:rPr>
              <a:t>valid</a:t>
            </a:r>
            <a:r>
              <a:rPr sz="2100" b="1" spc="-105" dirty="0">
                <a:latin typeface="Bookman Old Style"/>
                <a:cs typeface="Bookman Old Style"/>
              </a:rPr>
              <a:t> </a:t>
            </a:r>
            <a:r>
              <a:rPr sz="2100" b="1" spc="-75" dirty="0">
                <a:latin typeface="Bookman Old Style"/>
                <a:cs typeface="Bookman Old Style"/>
              </a:rPr>
              <a:t>tomato</a:t>
            </a:r>
            <a:r>
              <a:rPr sz="2100" b="1" spc="-105" dirty="0">
                <a:latin typeface="Bookman Old Style"/>
                <a:cs typeface="Bookman Old Style"/>
              </a:rPr>
              <a:t> </a:t>
            </a:r>
            <a:r>
              <a:rPr sz="2100" b="1" spc="-140" dirty="0">
                <a:latin typeface="Bookman Old Style"/>
                <a:cs typeface="Bookman Old Style"/>
              </a:rPr>
              <a:t>leaf/fruit?"</a:t>
            </a:r>
            <a:r>
              <a:rPr sz="2100" b="1" spc="-95" dirty="0">
                <a:latin typeface="Bookman Old Style"/>
                <a:cs typeface="Bookman Old Style"/>
              </a:rPr>
              <a:t> </a:t>
            </a:r>
            <a:r>
              <a:rPr sz="2100" b="1" spc="-40" dirty="0">
                <a:latin typeface="Bookman Old Style"/>
                <a:cs typeface="Bookman Old Style"/>
              </a:rPr>
              <a:t>(YES/NO)</a:t>
            </a:r>
            <a:r>
              <a:rPr sz="2100" b="1" spc="-105" dirty="0">
                <a:latin typeface="Bookman Old Style"/>
                <a:cs typeface="Bookman Old Style"/>
              </a:rPr>
              <a:t> </a:t>
            </a:r>
            <a:r>
              <a:rPr sz="2100" b="1" spc="55" dirty="0">
                <a:latin typeface="Bookman Old Style"/>
                <a:cs typeface="Bookman Old Style"/>
              </a:rPr>
              <a:t>--</a:t>
            </a:r>
            <a:r>
              <a:rPr sz="2100" b="1" spc="475" dirty="0">
                <a:latin typeface="Bookman Old Style"/>
                <a:cs typeface="Bookman Old Style"/>
              </a:rPr>
              <a:t>&gt;&gt;</a:t>
            </a:r>
            <a:r>
              <a:rPr sz="2100" b="1" spc="-105" dirty="0">
                <a:latin typeface="Bookman Old Style"/>
                <a:cs typeface="Bookman Old Style"/>
              </a:rPr>
              <a:t> </a:t>
            </a:r>
            <a:r>
              <a:rPr sz="2100" b="1" spc="-95" dirty="0">
                <a:latin typeface="Bookman Old Style"/>
                <a:cs typeface="Bookman Old Style"/>
              </a:rPr>
              <a:t>If </a:t>
            </a:r>
            <a:r>
              <a:rPr sz="2100" b="1" spc="-70" dirty="0">
                <a:latin typeface="Bookman Old Style"/>
                <a:cs typeface="Bookman Old Style"/>
              </a:rPr>
              <a:t>YES,</a:t>
            </a:r>
            <a:r>
              <a:rPr sz="2100" b="1" spc="-110" dirty="0">
                <a:latin typeface="Bookman Old Style"/>
                <a:cs typeface="Bookman Old Style"/>
              </a:rPr>
              <a:t> </a:t>
            </a:r>
            <a:r>
              <a:rPr sz="2100" b="1" spc="-20" dirty="0">
                <a:latin typeface="Bookman Old Style"/>
                <a:cs typeface="Bookman Old Style"/>
              </a:rPr>
              <a:t>Model</a:t>
            </a:r>
            <a:r>
              <a:rPr sz="2100" b="1" spc="-105" dirty="0">
                <a:latin typeface="Bookman Old Style"/>
                <a:cs typeface="Bookman Old Style"/>
              </a:rPr>
              <a:t> </a:t>
            </a:r>
            <a:r>
              <a:rPr sz="2100" b="1" spc="-160" dirty="0">
                <a:latin typeface="Bookman Old Style"/>
                <a:cs typeface="Bookman Old Style"/>
              </a:rPr>
              <a:t>1</a:t>
            </a:r>
            <a:r>
              <a:rPr sz="2100" b="1" spc="-95" dirty="0">
                <a:latin typeface="Bookman Old Style"/>
                <a:cs typeface="Bookman Old Style"/>
              </a:rPr>
              <a:t> </a:t>
            </a:r>
            <a:r>
              <a:rPr sz="2100" b="1" spc="-10" dirty="0">
                <a:latin typeface="Bookman Old Style"/>
                <a:cs typeface="Bookman Old Style"/>
              </a:rPr>
              <a:t>or</a:t>
            </a:r>
            <a:r>
              <a:rPr sz="2100" b="1" spc="-105" dirty="0">
                <a:latin typeface="Bookman Old Style"/>
                <a:cs typeface="Bookman Old Style"/>
              </a:rPr>
              <a:t> </a:t>
            </a:r>
            <a:r>
              <a:rPr sz="2100" b="1" spc="-20" dirty="0">
                <a:latin typeface="Bookman Old Style"/>
                <a:cs typeface="Bookman Old Style"/>
              </a:rPr>
              <a:t>Model</a:t>
            </a:r>
            <a:r>
              <a:rPr sz="2100" b="1" spc="-105" dirty="0">
                <a:latin typeface="Bookman Old Style"/>
                <a:cs typeface="Bookman Old Style"/>
              </a:rPr>
              <a:t> </a:t>
            </a:r>
            <a:r>
              <a:rPr sz="2100" b="1" spc="-160" dirty="0">
                <a:latin typeface="Bookman Old Style"/>
                <a:cs typeface="Bookman Old Style"/>
              </a:rPr>
              <a:t>2</a:t>
            </a:r>
            <a:r>
              <a:rPr sz="2100" b="1" spc="-95" dirty="0">
                <a:latin typeface="Bookman Old Style"/>
                <a:cs typeface="Bookman Old Style"/>
              </a:rPr>
              <a:t> </a:t>
            </a:r>
            <a:r>
              <a:rPr sz="2100" b="1" spc="-100" dirty="0">
                <a:latin typeface="Bookman Old Style"/>
                <a:cs typeface="Bookman Old Style"/>
              </a:rPr>
              <a:t>asks:</a:t>
            </a:r>
            <a:r>
              <a:rPr sz="2100" b="1" spc="-95" dirty="0">
                <a:latin typeface="Bookman Old Style"/>
                <a:cs typeface="Bookman Old Style"/>
              </a:rPr>
              <a:t> </a:t>
            </a:r>
            <a:r>
              <a:rPr sz="2100" b="1" spc="-10" dirty="0">
                <a:latin typeface="Bookman Old Style"/>
                <a:cs typeface="Bookman Old Style"/>
              </a:rPr>
              <a:t>"Where </a:t>
            </a:r>
            <a:r>
              <a:rPr sz="2100" b="1" spc="-80" dirty="0">
                <a:latin typeface="Bookman Old Style"/>
                <a:cs typeface="Bookman Old Style"/>
              </a:rPr>
              <a:t>exactly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105" dirty="0">
                <a:latin typeface="Bookman Old Style"/>
                <a:cs typeface="Bookman Old Style"/>
              </a:rPr>
              <a:t>is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70" dirty="0">
                <a:latin typeface="Bookman Old Style"/>
                <a:cs typeface="Bookman Old Style"/>
              </a:rPr>
              <a:t>the</a:t>
            </a:r>
            <a:r>
              <a:rPr sz="2100" b="1" spc="-90" dirty="0">
                <a:latin typeface="Bookman Old Style"/>
                <a:cs typeface="Bookman Old Style"/>
              </a:rPr>
              <a:t> disease </a:t>
            </a:r>
            <a:r>
              <a:rPr sz="2100" b="1" spc="-20" dirty="0">
                <a:latin typeface="Bookman Old Style"/>
                <a:cs typeface="Bookman Old Style"/>
              </a:rPr>
              <a:t>and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dirty="0">
                <a:latin typeface="Bookman Old Style"/>
                <a:cs typeface="Bookman Old Style"/>
              </a:rPr>
              <a:t>how</a:t>
            </a:r>
            <a:r>
              <a:rPr sz="2100" b="1" spc="-85" dirty="0">
                <a:latin typeface="Bookman Old Style"/>
                <a:cs typeface="Bookman Old Style"/>
              </a:rPr>
              <a:t> </a:t>
            </a:r>
            <a:r>
              <a:rPr sz="2100" b="1" spc="-55" dirty="0">
                <a:latin typeface="Bookman Old Style"/>
                <a:cs typeface="Bookman Old Style"/>
              </a:rPr>
              <a:t>much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75" dirty="0">
                <a:latin typeface="Bookman Old Style"/>
                <a:cs typeface="Bookman Old Style"/>
              </a:rPr>
              <a:t>of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70" dirty="0">
                <a:latin typeface="Bookman Old Style"/>
                <a:cs typeface="Bookman Old Style"/>
              </a:rPr>
              <a:t>the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45" dirty="0">
                <a:latin typeface="Bookman Old Style"/>
                <a:cs typeface="Bookman Old Style"/>
              </a:rPr>
              <a:t>area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105" dirty="0">
                <a:latin typeface="Bookman Old Style"/>
                <a:cs typeface="Bookman Old Style"/>
              </a:rPr>
              <a:t>is</a:t>
            </a:r>
            <a:r>
              <a:rPr sz="2100" b="1" spc="-85" dirty="0">
                <a:latin typeface="Bookman Old Style"/>
                <a:cs typeface="Bookman Old Style"/>
              </a:rPr>
              <a:t> </a:t>
            </a:r>
            <a:r>
              <a:rPr sz="2100" b="1" spc="-100" dirty="0">
                <a:latin typeface="Bookman Old Style"/>
                <a:cs typeface="Bookman Old Style"/>
              </a:rPr>
              <a:t>covered?"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45" dirty="0">
                <a:latin typeface="Bookman Old Style"/>
                <a:cs typeface="Bookman Old Style"/>
              </a:rPr>
              <a:t>(Calculates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dirty="0">
                <a:latin typeface="Bookman Old Style"/>
                <a:cs typeface="Bookman Old Style"/>
              </a:rPr>
              <a:t>%)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55" dirty="0">
                <a:latin typeface="Bookman Old Style"/>
                <a:cs typeface="Bookman Old Style"/>
              </a:rPr>
              <a:t>--</a:t>
            </a:r>
            <a:r>
              <a:rPr sz="2100" b="1" spc="475" dirty="0">
                <a:latin typeface="Bookman Old Style"/>
                <a:cs typeface="Bookman Old Style"/>
              </a:rPr>
              <a:t>&gt;&gt;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30" dirty="0">
                <a:latin typeface="Bookman Old Style"/>
                <a:cs typeface="Bookman Old Style"/>
              </a:rPr>
              <a:t>The</a:t>
            </a:r>
            <a:r>
              <a:rPr sz="2100" b="1" spc="-90" dirty="0">
                <a:latin typeface="Bookman Old Style"/>
                <a:cs typeface="Bookman Old Style"/>
              </a:rPr>
              <a:t> </a:t>
            </a:r>
            <a:r>
              <a:rPr sz="2100" b="1" spc="-85" dirty="0">
                <a:latin typeface="Bookman Old Style"/>
                <a:cs typeface="Bookman Old Style"/>
              </a:rPr>
              <a:t>Engines </a:t>
            </a:r>
            <a:r>
              <a:rPr sz="2100" b="1" spc="-10" dirty="0">
                <a:latin typeface="Bookman Old Style"/>
                <a:cs typeface="Bookman Old Style"/>
              </a:rPr>
              <a:t>(TRR/RAG)</a:t>
            </a:r>
            <a:endParaRPr sz="21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978" y="3482"/>
            <a:ext cx="5220335" cy="10283825"/>
            <a:chOff x="-3978" y="3482"/>
            <a:chExt cx="5220335" cy="102838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2481" y="9068112"/>
              <a:ext cx="3238499" cy="8286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699"/>
              <a:ext cx="3779537" cy="102742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01673" y="5598"/>
              <a:ext cx="1714500" cy="10281920"/>
            </a:xfrm>
            <a:custGeom>
              <a:avLst/>
              <a:gdLst/>
              <a:ahLst/>
              <a:cxnLst/>
              <a:rect l="l" t="t" r="r" b="b"/>
              <a:pathLst>
                <a:path w="1714500" h="10281920">
                  <a:moveTo>
                    <a:pt x="12699" y="4058606"/>
                  </a:moveTo>
                  <a:lnTo>
                    <a:pt x="12699" y="6694261"/>
                  </a:lnTo>
                  <a:lnTo>
                    <a:pt x="0" y="6643634"/>
                  </a:lnTo>
                  <a:lnTo>
                    <a:pt x="0" y="4109333"/>
                  </a:lnTo>
                  <a:lnTo>
                    <a:pt x="12699" y="4058606"/>
                  </a:lnTo>
                  <a:close/>
                </a:path>
                <a:path w="1714500" h="10281920">
                  <a:moveTo>
                    <a:pt x="25399" y="3551333"/>
                  </a:moveTo>
                  <a:lnTo>
                    <a:pt x="25399" y="7251152"/>
                  </a:lnTo>
                  <a:lnTo>
                    <a:pt x="12699" y="7200526"/>
                  </a:lnTo>
                  <a:lnTo>
                    <a:pt x="12699" y="3602061"/>
                  </a:lnTo>
                  <a:lnTo>
                    <a:pt x="25399" y="3551333"/>
                  </a:lnTo>
                  <a:close/>
                </a:path>
                <a:path w="1714500" h="10281920">
                  <a:moveTo>
                    <a:pt x="38099" y="3145504"/>
                  </a:moveTo>
                  <a:lnTo>
                    <a:pt x="38099" y="7656153"/>
                  </a:lnTo>
                  <a:lnTo>
                    <a:pt x="25399" y="7605528"/>
                  </a:lnTo>
                  <a:lnTo>
                    <a:pt x="25399" y="3196233"/>
                  </a:lnTo>
                  <a:lnTo>
                    <a:pt x="38099" y="3145504"/>
                  </a:lnTo>
                  <a:close/>
                </a:path>
                <a:path w="1714500" h="10281920">
                  <a:moveTo>
                    <a:pt x="50799" y="2790397"/>
                  </a:moveTo>
                  <a:lnTo>
                    <a:pt x="50799" y="7959899"/>
                  </a:lnTo>
                  <a:lnTo>
                    <a:pt x="38099" y="7909275"/>
                  </a:lnTo>
                  <a:lnTo>
                    <a:pt x="38099" y="2841127"/>
                  </a:lnTo>
                  <a:lnTo>
                    <a:pt x="50799" y="2790397"/>
                  </a:lnTo>
                  <a:close/>
                </a:path>
                <a:path w="1714500" h="10281920">
                  <a:moveTo>
                    <a:pt x="63499" y="2536744"/>
                  </a:moveTo>
                  <a:lnTo>
                    <a:pt x="63499" y="8263640"/>
                  </a:lnTo>
                  <a:lnTo>
                    <a:pt x="50799" y="8213017"/>
                  </a:lnTo>
                  <a:lnTo>
                    <a:pt x="50799" y="2587475"/>
                  </a:lnTo>
                  <a:lnTo>
                    <a:pt x="63499" y="2536744"/>
                  </a:lnTo>
                  <a:close/>
                </a:path>
                <a:path w="1714500" h="10281920">
                  <a:moveTo>
                    <a:pt x="76199" y="2232357"/>
                  </a:moveTo>
                  <a:lnTo>
                    <a:pt x="76199" y="8567377"/>
                  </a:lnTo>
                  <a:lnTo>
                    <a:pt x="63499" y="8516754"/>
                  </a:lnTo>
                  <a:lnTo>
                    <a:pt x="63499" y="2283088"/>
                  </a:lnTo>
                  <a:lnTo>
                    <a:pt x="76199" y="2232357"/>
                  </a:lnTo>
                  <a:close/>
                </a:path>
                <a:path w="1714500" h="10281920">
                  <a:moveTo>
                    <a:pt x="88899" y="1978697"/>
                  </a:moveTo>
                  <a:lnTo>
                    <a:pt x="88899" y="8820487"/>
                  </a:lnTo>
                  <a:lnTo>
                    <a:pt x="76199" y="8769865"/>
                  </a:lnTo>
                  <a:lnTo>
                    <a:pt x="76199" y="2029429"/>
                  </a:lnTo>
                  <a:lnTo>
                    <a:pt x="88899" y="1978697"/>
                  </a:lnTo>
                  <a:close/>
                </a:path>
                <a:path w="1714500" h="10281920">
                  <a:moveTo>
                    <a:pt x="101599" y="1775766"/>
                  </a:moveTo>
                  <a:lnTo>
                    <a:pt x="101599" y="9022973"/>
                  </a:lnTo>
                  <a:lnTo>
                    <a:pt x="88899" y="8972352"/>
                  </a:lnTo>
                  <a:lnTo>
                    <a:pt x="88899" y="1826499"/>
                  </a:lnTo>
                  <a:lnTo>
                    <a:pt x="101599" y="1775766"/>
                  </a:lnTo>
                  <a:close/>
                </a:path>
                <a:path w="1714500" h="10281920">
                  <a:moveTo>
                    <a:pt x="114299" y="1522100"/>
                  </a:moveTo>
                  <a:lnTo>
                    <a:pt x="114299" y="9225457"/>
                  </a:lnTo>
                  <a:lnTo>
                    <a:pt x="101599" y="9174836"/>
                  </a:lnTo>
                  <a:lnTo>
                    <a:pt x="101599" y="1572833"/>
                  </a:lnTo>
                  <a:lnTo>
                    <a:pt x="114299" y="1522100"/>
                  </a:lnTo>
                  <a:close/>
                </a:path>
                <a:path w="1714500" h="10281920">
                  <a:moveTo>
                    <a:pt x="126999" y="1319164"/>
                  </a:moveTo>
                  <a:lnTo>
                    <a:pt x="126999" y="9478559"/>
                  </a:lnTo>
                  <a:lnTo>
                    <a:pt x="114299" y="9427939"/>
                  </a:lnTo>
                  <a:lnTo>
                    <a:pt x="114299" y="1369898"/>
                  </a:lnTo>
                  <a:lnTo>
                    <a:pt x="126999" y="1319164"/>
                  </a:lnTo>
                  <a:close/>
                </a:path>
                <a:path w="1714500" h="10281920">
                  <a:moveTo>
                    <a:pt x="139699" y="1116226"/>
                  </a:moveTo>
                  <a:lnTo>
                    <a:pt x="139699" y="9630419"/>
                  </a:lnTo>
                  <a:lnTo>
                    <a:pt x="126999" y="9579799"/>
                  </a:lnTo>
                  <a:lnTo>
                    <a:pt x="126999" y="1166961"/>
                  </a:lnTo>
                  <a:lnTo>
                    <a:pt x="139699" y="1116226"/>
                  </a:lnTo>
                  <a:close/>
                </a:path>
                <a:path w="1714500" h="10281920">
                  <a:moveTo>
                    <a:pt x="152399" y="964022"/>
                  </a:moveTo>
                  <a:lnTo>
                    <a:pt x="152399" y="9832897"/>
                  </a:lnTo>
                  <a:lnTo>
                    <a:pt x="139699" y="9782277"/>
                  </a:lnTo>
                  <a:lnTo>
                    <a:pt x="139699" y="1014757"/>
                  </a:lnTo>
                  <a:lnTo>
                    <a:pt x="152399" y="964022"/>
                  </a:lnTo>
                  <a:close/>
                </a:path>
                <a:path w="1714500" h="10281920">
                  <a:moveTo>
                    <a:pt x="165099" y="761080"/>
                  </a:moveTo>
                  <a:lnTo>
                    <a:pt x="165099" y="10035372"/>
                  </a:lnTo>
                  <a:lnTo>
                    <a:pt x="152399" y="9984754"/>
                  </a:lnTo>
                  <a:lnTo>
                    <a:pt x="152399" y="811815"/>
                  </a:lnTo>
                  <a:lnTo>
                    <a:pt x="165099" y="761080"/>
                  </a:lnTo>
                  <a:close/>
                </a:path>
                <a:path w="1714500" h="10281920">
                  <a:moveTo>
                    <a:pt x="177799" y="608872"/>
                  </a:moveTo>
                  <a:lnTo>
                    <a:pt x="177799" y="10187228"/>
                  </a:lnTo>
                  <a:lnTo>
                    <a:pt x="165099" y="10136610"/>
                  </a:lnTo>
                  <a:lnTo>
                    <a:pt x="165099" y="659608"/>
                  </a:lnTo>
                  <a:lnTo>
                    <a:pt x="177799" y="608872"/>
                  </a:lnTo>
                  <a:close/>
                </a:path>
                <a:path w="1714500" h="10281920">
                  <a:moveTo>
                    <a:pt x="1447799" y="10274439"/>
                  </a:moveTo>
                  <a:lnTo>
                    <a:pt x="1447799" y="10281401"/>
                  </a:lnTo>
                  <a:lnTo>
                    <a:pt x="177799" y="10281401"/>
                  </a:lnTo>
                  <a:lnTo>
                    <a:pt x="177799" y="507399"/>
                  </a:lnTo>
                  <a:lnTo>
                    <a:pt x="190499" y="456663"/>
                  </a:lnTo>
                  <a:lnTo>
                    <a:pt x="190499" y="304453"/>
                  </a:lnTo>
                  <a:lnTo>
                    <a:pt x="203199" y="253716"/>
                  </a:lnTo>
                  <a:lnTo>
                    <a:pt x="203199" y="152241"/>
                  </a:lnTo>
                  <a:lnTo>
                    <a:pt x="215899" y="101504"/>
                  </a:lnTo>
                  <a:lnTo>
                    <a:pt x="215899" y="28"/>
                  </a:lnTo>
                  <a:lnTo>
                    <a:pt x="419099" y="24"/>
                  </a:lnTo>
                  <a:lnTo>
                    <a:pt x="419099" y="6335705"/>
                  </a:lnTo>
                  <a:lnTo>
                    <a:pt x="431799" y="6372761"/>
                  </a:lnTo>
                  <a:lnTo>
                    <a:pt x="431799" y="6603665"/>
                  </a:lnTo>
                  <a:lnTo>
                    <a:pt x="444499" y="6643562"/>
                  </a:lnTo>
                  <a:lnTo>
                    <a:pt x="444499" y="6765646"/>
                  </a:lnTo>
                  <a:lnTo>
                    <a:pt x="457199" y="6807132"/>
                  </a:lnTo>
                  <a:lnTo>
                    <a:pt x="457199" y="6891283"/>
                  </a:lnTo>
                  <a:lnTo>
                    <a:pt x="469899" y="6933944"/>
                  </a:lnTo>
                  <a:lnTo>
                    <a:pt x="469899" y="7020431"/>
                  </a:lnTo>
                  <a:lnTo>
                    <a:pt x="482599" y="7064253"/>
                  </a:lnTo>
                  <a:lnTo>
                    <a:pt x="482599" y="7108458"/>
                  </a:lnTo>
                  <a:lnTo>
                    <a:pt x="495299" y="7153046"/>
                  </a:lnTo>
                  <a:lnTo>
                    <a:pt x="495299" y="7198014"/>
                  </a:lnTo>
                  <a:lnTo>
                    <a:pt x="507999" y="7243361"/>
                  </a:lnTo>
                  <a:lnTo>
                    <a:pt x="507999" y="7289086"/>
                  </a:lnTo>
                  <a:lnTo>
                    <a:pt x="520699" y="7335186"/>
                  </a:lnTo>
                  <a:lnTo>
                    <a:pt x="520699" y="7381660"/>
                  </a:lnTo>
                  <a:lnTo>
                    <a:pt x="533399" y="7428507"/>
                  </a:lnTo>
                  <a:lnTo>
                    <a:pt x="533399" y="7475725"/>
                  </a:lnTo>
                  <a:lnTo>
                    <a:pt x="558799" y="7571268"/>
                  </a:lnTo>
                  <a:lnTo>
                    <a:pt x="558799" y="7619589"/>
                  </a:lnTo>
                  <a:lnTo>
                    <a:pt x="596899" y="7766734"/>
                  </a:lnTo>
                  <a:lnTo>
                    <a:pt x="596899" y="7816504"/>
                  </a:lnTo>
                  <a:lnTo>
                    <a:pt x="749299" y="8441233"/>
                  </a:lnTo>
                  <a:lnTo>
                    <a:pt x="774699" y="8495536"/>
                  </a:lnTo>
                  <a:lnTo>
                    <a:pt x="812799" y="8660464"/>
                  </a:lnTo>
                  <a:lnTo>
                    <a:pt x="838199" y="8716108"/>
                  </a:lnTo>
                  <a:lnTo>
                    <a:pt x="863599" y="8828388"/>
                  </a:lnTo>
                  <a:lnTo>
                    <a:pt x="888999" y="8885020"/>
                  </a:lnTo>
                  <a:lnTo>
                    <a:pt x="901699" y="8941979"/>
                  </a:lnTo>
                  <a:lnTo>
                    <a:pt x="927099" y="8999263"/>
                  </a:lnTo>
                  <a:lnTo>
                    <a:pt x="939799" y="9056870"/>
                  </a:lnTo>
                  <a:lnTo>
                    <a:pt x="990599" y="9173047"/>
                  </a:lnTo>
                  <a:lnTo>
                    <a:pt x="1003299" y="9231615"/>
                  </a:lnTo>
                  <a:lnTo>
                    <a:pt x="1079499" y="9409211"/>
                  </a:lnTo>
                  <a:lnTo>
                    <a:pt x="1092199" y="9469036"/>
                  </a:lnTo>
                  <a:lnTo>
                    <a:pt x="1295399" y="9958681"/>
                  </a:lnTo>
                  <a:lnTo>
                    <a:pt x="1333499" y="10021244"/>
                  </a:lnTo>
                  <a:lnTo>
                    <a:pt x="1384299" y="10147255"/>
                  </a:lnTo>
                  <a:lnTo>
                    <a:pt x="1422399" y="10210701"/>
                  </a:lnTo>
                  <a:lnTo>
                    <a:pt x="1447799" y="10274439"/>
                  </a:lnTo>
                  <a:close/>
                </a:path>
                <a:path w="1714500" h="10281920">
                  <a:moveTo>
                    <a:pt x="1714499" y="0"/>
                  </a:moveTo>
                  <a:lnTo>
                    <a:pt x="1714499" y="610"/>
                  </a:lnTo>
                  <a:lnTo>
                    <a:pt x="1701799" y="35397"/>
                  </a:lnTo>
                  <a:lnTo>
                    <a:pt x="1676399" y="108088"/>
                  </a:lnTo>
                  <a:lnTo>
                    <a:pt x="1638299" y="221812"/>
                  </a:lnTo>
                  <a:lnTo>
                    <a:pt x="1600199" y="341074"/>
                  </a:lnTo>
                  <a:lnTo>
                    <a:pt x="1549399" y="508536"/>
                  </a:lnTo>
                  <a:lnTo>
                    <a:pt x="1485899" y="731110"/>
                  </a:lnTo>
                  <a:lnTo>
                    <a:pt x="1460499" y="777354"/>
                  </a:lnTo>
                  <a:lnTo>
                    <a:pt x="1447799" y="824167"/>
                  </a:lnTo>
                  <a:lnTo>
                    <a:pt x="1371599" y="1116771"/>
                  </a:lnTo>
                  <a:lnTo>
                    <a:pt x="1346199" y="1167459"/>
                  </a:lnTo>
                  <a:lnTo>
                    <a:pt x="1282699" y="1428912"/>
                  </a:lnTo>
                  <a:lnTo>
                    <a:pt x="1257299" y="1482780"/>
                  </a:lnTo>
                  <a:lnTo>
                    <a:pt x="1193799" y="1759807"/>
                  </a:lnTo>
                  <a:lnTo>
                    <a:pt x="1168399" y="1816725"/>
                  </a:lnTo>
                  <a:lnTo>
                    <a:pt x="1117599" y="2049313"/>
                  </a:lnTo>
                  <a:lnTo>
                    <a:pt x="1092199" y="2108671"/>
                  </a:lnTo>
                  <a:lnTo>
                    <a:pt x="1041399" y="2350842"/>
                  </a:lnTo>
                  <a:lnTo>
                    <a:pt x="1015999" y="2459725"/>
                  </a:lnTo>
                  <a:lnTo>
                    <a:pt x="990599" y="2536599"/>
                  </a:lnTo>
                  <a:lnTo>
                    <a:pt x="977899" y="2616707"/>
                  </a:lnTo>
                  <a:lnTo>
                    <a:pt x="965199" y="2657921"/>
                  </a:lnTo>
                  <a:lnTo>
                    <a:pt x="927099" y="2785958"/>
                  </a:lnTo>
                  <a:lnTo>
                    <a:pt x="927099" y="2830032"/>
                  </a:lnTo>
                  <a:lnTo>
                    <a:pt x="863599" y="3059927"/>
                  </a:lnTo>
                  <a:lnTo>
                    <a:pt x="863599" y="3107665"/>
                  </a:lnTo>
                  <a:lnTo>
                    <a:pt x="774699" y="3455727"/>
                  </a:lnTo>
                  <a:lnTo>
                    <a:pt x="774699" y="3507185"/>
                  </a:lnTo>
                  <a:lnTo>
                    <a:pt x="685799" y="3876623"/>
                  </a:lnTo>
                  <a:lnTo>
                    <a:pt x="685799" y="3930468"/>
                  </a:lnTo>
                  <a:lnTo>
                    <a:pt x="622299" y="4202351"/>
                  </a:lnTo>
                  <a:lnTo>
                    <a:pt x="622299" y="4257113"/>
                  </a:lnTo>
                  <a:lnTo>
                    <a:pt x="584199" y="4421794"/>
                  </a:lnTo>
                  <a:lnTo>
                    <a:pt x="584199" y="4476751"/>
                  </a:lnTo>
                  <a:lnTo>
                    <a:pt x="546099" y="4641515"/>
                  </a:lnTo>
                  <a:lnTo>
                    <a:pt x="546099" y="4696333"/>
                  </a:lnTo>
                  <a:lnTo>
                    <a:pt x="533399" y="4751063"/>
                  </a:lnTo>
                  <a:lnTo>
                    <a:pt x="533399" y="4805687"/>
                  </a:lnTo>
                  <a:lnTo>
                    <a:pt x="507999" y="4914527"/>
                  </a:lnTo>
                  <a:lnTo>
                    <a:pt x="507999" y="4968703"/>
                  </a:lnTo>
                  <a:lnTo>
                    <a:pt x="495299" y="5022688"/>
                  </a:lnTo>
                  <a:lnTo>
                    <a:pt x="495299" y="5076461"/>
                  </a:lnTo>
                  <a:lnTo>
                    <a:pt x="482599" y="5130002"/>
                  </a:lnTo>
                  <a:lnTo>
                    <a:pt x="482599" y="5183289"/>
                  </a:lnTo>
                  <a:lnTo>
                    <a:pt x="469899" y="5236303"/>
                  </a:lnTo>
                  <a:lnTo>
                    <a:pt x="469899" y="5289021"/>
                  </a:lnTo>
                  <a:lnTo>
                    <a:pt x="457199" y="5341424"/>
                  </a:lnTo>
                  <a:lnTo>
                    <a:pt x="457199" y="5393490"/>
                  </a:lnTo>
                  <a:lnTo>
                    <a:pt x="444499" y="5445199"/>
                  </a:lnTo>
                  <a:lnTo>
                    <a:pt x="444499" y="5600451"/>
                  </a:lnTo>
                  <a:lnTo>
                    <a:pt x="431799" y="5627620"/>
                  </a:lnTo>
                  <a:lnTo>
                    <a:pt x="431799" y="5860946"/>
                  </a:lnTo>
                  <a:lnTo>
                    <a:pt x="419099" y="5892084"/>
                  </a:lnTo>
                  <a:lnTo>
                    <a:pt x="419099" y="24"/>
                  </a:lnTo>
                  <a:lnTo>
                    <a:pt x="1714499" y="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08773" y="5627"/>
              <a:ext cx="1490345" cy="10281920"/>
            </a:xfrm>
            <a:custGeom>
              <a:avLst/>
              <a:gdLst/>
              <a:ahLst/>
              <a:cxnLst/>
              <a:rect l="l" t="t" r="r" b="b"/>
              <a:pathLst>
                <a:path w="1490345" h="10281920">
                  <a:moveTo>
                    <a:pt x="1489725" y="0"/>
                  </a:moveTo>
                  <a:lnTo>
                    <a:pt x="1454652" y="66011"/>
                  </a:lnTo>
                  <a:lnTo>
                    <a:pt x="1420197" y="131744"/>
                  </a:lnTo>
                  <a:lnTo>
                    <a:pt x="1386354" y="197196"/>
                  </a:lnTo>
                  <a:lnTo>
                    <a:pt x="1353118" y="262367"/>
                  </a:lnTo>
                  <a:lnTo>
                    <a:pt x="1320483" y="327254"/>
                  </a:lnTo>
                  <a:lnTo>
                    <a:pt x="1288446" y="391856"/>
                  </a:lnTo>
                  <a:lnTo>
                    <a:pt x="1256999" y="456172"/>
                  </a:lnTo>
                  <a:lnTo>
                    <a:pt x="1226140" y="520199"/>
                  </a:lnTo>
                  <a:lnTo>
                    <a:pt x="1195861" y="583936"/>
                  </a:lnTo>
                  <a:lnTo>
                    <a:pt x="1166159" y="647382"/>
                  </a:lnTo>
                  <a:lnTo>
                    <a:pt x="1137027" y="710535"/>
                  </a:lnTo>
                  <a:lnTo>
                    <a:pt x="1108462" y="773394"/>
                  </a:lnTo>
                  <a:lnTo>
                    <a:pt x="1080457" y="835956"/>
                  </a:lnTo>
                  <a:lnTo>
                    <a:pt x="1053007" y="898220"/>
                  </a:lnTo>
                  <a:lnTo>
                    <a:pt x="1026108" y="960185"/>
                  </a:lnTo>
                  <a:lnTo>
                    <a:pt x="999754" y="1021849"/>
                  </a:lnTo>
                  <a:lnTo>
                    <a:pt x="973940" y="1083211"/>
                  </a:lnTo>
                  <a:lnTo>
                    <a:pt x="948661" y="1144268"/>
                  </a:lnTo>
                  <a:lnTo>
                    <a:pt x="923912" y="1205020"/>
                  </a:lnTo>
                  <a:lnTo>
                    <a:pt x="899687" y="1265464"/>
                  </a:lnTo>
                  <a:lnTo>
                    <a:pt x="875982" y="1325600"/>
                  </a:lnTo>
                  <a:lnTo>
                    <a:pt x="852791" y="1385424"/>
                  </a:lnTo>
                  <a:lnTo>
                    <a:pt x="830109" y="1444937"/>
                  </a:lnTo>
                  <a:lnTo>
                    <a:pt x="807932" y="1504136"/>
                  </a:lnTo>
                  <a:lnTo>
                    <a:pt x="786253" y="1563020"/>
                  </a:lnTo>
                  <a:lnTo>
                    <a:pt x="765068" y="1621587"/>
                  </a:lnTo>
                  <a:lnTo>
                    <a:pt x="744371" y="1679836"/>
                  </a:lnTo>
                  <a:lnTo>
                    <a:pt x="724158" y="1737764"/>
                  </a:lnTo>
                  <a:lnTo>
                    <a:pt x="704423" y="1795371"/>
                  </a:lnTo>
                  <a:lnTo>
                    <a:pt x="685161" y="1852654"/>
                  </a:lnTo>
                  <a:lnTo>
                    <a:pt x="666367" y="1909613"/>
                  </a:lnTo>
                  <a:lnTo>
                    <a:pt x="648036" y="1966245"/>
                  </a:lnTo>
                  <a:lnTo>
                    <a:pt x="630163" y="2022550"/>
                  </a:lnTo>
                  <a:lnTo>
                    <a:pt x="612742" y="2078524"/>
                  </a:lnTo>
                  <a:lnTo>
                    <a:pt x="595769" y="2134168"/>
                  </a:lnTo>
                  <a:lnTo>
                    <a:pt x="579237" y="2189479"/>
                  </a:lnTo>
                  <a:lnTo>
                    <a:pt x="563143" y="2244455"/>
                  </a:lnTo>
                  <a:lnTo>
                    <a:pt x="547481" y="2299095"/>
                  </a:lnTo>
                  <a:lnTo>
                    <a:pt x="532246" y="2353398"/>
                  </a:lnTo>
                  <a:lnTo>
                    <a:pt x="517432" y="2407362"/>
                  </a:lnTo>
                  <a:lnTo>
                    <a:pt x="503035" y="2460985"/>
                  </a:lnTo>
                  <a:lnTo>
                    <a:pt x="489049" y="2514265"/>
                  </a:lnTo>
                  <a:lnTo>
                    <a:pt x="475469" y="2567202"/>
                  </a:lnTo>
                  <a:lnTo>
                    <a:pt x="462290" y="2619793"/>
                  </a:lnTo>
                  <a:lnTo>
                    <a:pt x="449507" y="2672037"/>
                  </a:lnTo>
                  <a:lnTo>
                    <a:pt x="437115" y="2723933"/>
                  </a:lnTo>
                  <a:lnTo>
                    <a:pt x="425108" y="2775478"/>
                  </a:lnTo>
                  <a:lnTo>
                    <a:pt x="413482" y="2826671"/>
                  </a:lnTo>
                  <a:lnTo>
                    <a:pt x="402231" y="2877511"/>
                  </a:lnTo>
                  <a:lnTo>
                    <a:pt x="391351" y="2927996"/>
                  </a:lnTo>
                  <a:lnTo>
                    <a:pt x="380835" y="2978124"/>
                  </a:lnTo>
                  <a:lnTo>
                    <a:pt x="370679" y="3027894"/>
                  </a:lnTo>
                  <a:lnTo>
                    <a:pt x="360878" y="3077304"/>
                  </a:lnTo>
                  <a:lnTo>
                    <a:pt x="351426" y="3126353"/>
                  </a:lnTo>
                  <a:lnTo>
                    <a:pt x="342319" y="3175038"/>
                  </a:lnTo>
                  <a:lnTo>
                    <a:pt x="333551" y="3223360"/>
                  </a:lnTo>
                  <a:lnTo>
                    <a:pt x="325117" y="3271314"/>
                  </a:lnTo>
                  <a:lnTo>
                    <a:pt x="317012" y="3318901"/>
                  </a:lnTo>
                  <a:lnTo>
                    <a:pt x="309231" y="3366119"/>
                  </a:lnTo>
                  <a:lnTo>
                    <a:pt x="301768" y="3412966"/>
                  </a:lnTo>
                  <a:lnTo>
                    <a:pt x="294619" y="3459440"/>
                  </a:lnTo>
                  <a:lnTo>
                    <a:pt x="287778" y="3505540"/>
                  </a:lnTo>
                  <a:lnTo>
                    <a:pt x="281241" y="3551265"/>
                  </a:lnTo>
                  <a:lnTo>
                    <a:pt x="275001" y="3596612"/>
                  </a:lnTo>
                  <a:lnTo>
                    <a:pt x="269055" y="3641580"/>
                  </a:lnTo>
                  <a:lnTo>
                    <a:pt x="263396" y="3686167"/>
                  </a:lnTo>
                  <a:lnTo>
                    <a:pt x="258020" y="3730373"/>
                  </a:lnTo>
                  <a:lnTo>
                    <a:pt x="252921" y="3774195"/>
                  </a:lnTo>
                  <a:lnTo>
                    <a:pt x="248095" y="3817631"/>
                  </a:lnTo>
                  <a:lnTo>
                    <a:pt x="243536" y="3860681"/>
                  </a:lnTo>
                  <a:lnTo>
                    <a:pt x="239238" y="3903342"/>
                  </a:lnTo>
                  <a:lnTo>
                    <a:pt x="235198" y="3945614"/>
                  </a:lnTo>
                  <a:lnTo>
                    <a:pt x="231409" y="3987493"/>
                  </a:lnTo>
                  <a:lnTo>
                    <a:pt x="227867" y="4028979"/>
                  </a:lnTo>
                  <a:lnTo>
                    <a:pt x="224567" y="4070071"/>
                  </a:lnTo>
                  <a:lnTo>
                    <a:pt x="221502" y="4110766"/>
                  </a:lnTo>
                  <a:lnTo>
                    <a:pt x="218669" y="4151063"/>
                  </a:lnTo>
                  <a:lnTo>
                    <a:pt x="216061" y="4190961"/>
                  </a:lnTo>
                  <a:lnTo>
                    <a:pt x="213675" y="4230457"/>
                  </a:lnTo>
                  <a:lnTo>
                    <a:pt x="211504" y="4269551"/>
                  </a:lnTo>
                  <a:lnTo>
                    <a:pt x="209544" y="4308240"/>
                  </a:lnTo>
                  <a:lnTo>
                    <a:pt x="207789" y="4346523"/>
                  </a:lnTo>
                  <a:lnTo>
                    <a:pt x="204874" y="4421865"/>
                  </a:lnTo>
                  <a:lnTo>
                    <a:pt x="202720" y="4495565"/>
                  </a:lnTo>
                  <a:lnTo>
                    <a:pt x="201283" y="4567608"/>
                  </a:lnTo>
                  <a:lnTo>
                    <a:pt x="200525" y="4637984"/>
                  </a:lnTo>
                  <a:lnTo>
                    <a:pt x="200386" y="4672542"/>
                  </a:lnTo>
                  <a:lnTo>
                    <a:pt x="200402" y="4706678"/>
                  </a:lnTo>
                  <a:lnTo>
                    <a:pt x="200874" y="4773678"/>
                  </a:lnTo>
                  <a:lnTo>
                    <a:pt x="201900" y="4838972"/>
                  </a:lnTo>
                  <a:lnTo>
                    <a:pt x="203438" y="4902547"/>
                  </a:lnTo>
                  <a:lnTo>
                    <a:pt x="205448" y="4964389"/>
                  </a:lnTo>
                  <a:lnTo>
                    <a:pt x="207888" y="5024487"/>
                  </a:lnTo>
                  <a:lnTo>
                    <a:pt x="210717" y="5082828"/>
                  </a:lnTo>
                  <a:lnTo>
                    <a:pt x="213894" y="5139398"/>
                  </a:lnTo>
                  <a:lnTo>
                    <a:pt x="217377" y="5194185"/>
                  </a:lnTo>
                  <a:lnTo>
                    <a:pt x="221126" y="5247177"/>
                  </a:lnTo>
                  <a:lnTo>
                    <a:pt x="225076" y="5298109"/>
                  </a:lnTo>
                  <a:lnTo>
                    <a:pt x="229388" y="5349439"/>
                  </a:lnTo>
                  <a:lnTo>
                    <a:pt x="234053" y="5401148"/>
                  </a:lnTo>
                  <a:lnTo>
                    <a:pt x="239061" y="5453214"/>
                  </a:lnTo>
                  <a:lnTo>
                    <a:pt x="244402" y="5505617"/>
                  </a:lnTo>
                  <a:lnTo>
                    <a:pt x="250069" y="5558335"/>
                  </a:lnTo>
                  <a:lnTo>
                    <a:pt x="256051" y="5611349"/>
                  </a:lnTo>
                  <a:lnTo>
                    <a:pt x="262339" y="5664636"/>
                  </a:lnTo>
                  <a:lnTo>
                    <a:pt x="268924" y="5718177"/>
                  </a:lnTo>
                  <a:lnTo>
                    <a:pt x="275797" y="5771950"/>
                  </a:lnTo>
                  <a:lnTo>
                    <a:pt x="282947" y="5825935"/>
                  </a:lnTo>
                  <a:lnTo>
                    <a:pt x="290367" y="5880111"/>
                  </a:lnTo>
                  <a:lnTo>
                    <a:pt x="298047" y="5934456"/>
                  </a:lnTo>
                  <a:lnTo>
                    <a:pt x="305977" y="5988951"/>
                  </a:lnTo>
                  <a:lnTo>
                    <a:pt x="314148" y="6043575"/>
                  </a:lnTo>
                  <a:lnTo>
                    <a:pt x="322552" y="6098306"/>
                  </a:lnTo>
                  <a:lnTo>
                    <a:pt x="331178" y="6153123"/>
                  </a:lnTo>
                  <a:lnTo>
                    <a:pt x="340017" y="6208007"/>
                  </a:lnTo>
                  <a:lnTo>
                    <a:pt x="349060" y="6262935"/>
                  </a:lnTo>
                  <a:lnTo>
                    <a:pt x="358299" y="6317888"/>
                  </a:lnTo>
                  <a:lnTo>
                    <a:pt x="367722" y="6372845"/>
                  </a:lnTo>
                  <a:lnTo>
                    <a:pt x="377322" y="6427784"/>
                  </a:lnTo>
                  <a:lnTo>
                    <a:pt x="387089" y="6482684"/>
                  </a:lnTo>
                  <a:lnTo>
                    <a:pt x="397014" y="6537526"/>
                  </a:lnTo>
                  <a:lnTo>
                    <a:pt x="407087" y="6592288"/>
                  </a:lnTo>
                  <a:lnTo>
                    <a:pt x="417300" y="6646950"/>
                  </a:lnTo>
                  <a:lnTo>
                    <a:pt x="427642" y="6701489"/>
                  </a:lnTo>
                  <a:lnTo>
                    <a:pt x="438104" y="6755887"/>
                  </a:lnTo>
                  <a:lnTo>
                    <a:pt x="448679" y="6810122"/>
                  </a:lnTo>
                  <a:lnTo>
                    <a:pt x="459355" y="6864172"/>
                  </a:lnTo>
                  <a:lnTo>
                    <a:pt x="470124" y="6918018"/>
                  </a:lnTo>
                  <a:lnTo>
                    <a:pt x="480976" y="6971639"/>
                  </a:lnTo>
                  <a:lnTo>
                    <a:pt x="491903" y="7025013"/>
                  </a:lnTo>
                  <a:lnTo>
                    <a:pt x="502894" y="7078120"/>
                  </a:lnTo>
                  <a:lnTo>
                    <a:pt x="513941" y="7130938"/>
                  </a:lnTo>
                  <a:lnTo>
                    <a:pt x="525035" y="7183448"/>
                  </a:lnTo>
                  <a:lnTo>
                    <a:pt x="536166" y="7235629"/>
                  </a:lnTo>
                  <a:lnTo>
                    <a:pt x="547324" y="7287459"/>
                  </a:lnTo>
                  <a:lnTo>
                    <a:pt x="558501" y="7338917"/>
                  </a:lnTo>
                  <a:lnTo>
                    <a:pt x="569688" y="7389984"/>
                  </a:lnTo>
                  <a:lnTo>
                    <a:pt x="580874" y="7440638"/>
                  </a:lnTo>
                  <a:lnTo>
                    <a:pt x="592051" y="7490858"/>
                  </a:lnTo>
                  <a:lnTo>
                    <a:pt x="603209" y="7540623"/>
                  </a:lnTo>
                  <a:lnTo>
                    <a:pt x="614340" y="7589913"/>
                  </a:lnTo>
                  <a:lnTo>
                    <a:pt x="625434" y="7638707"/>
                  </a:lnTo>
                  <a:lnTo>
                    <a:pt x="636481" y="7686983"/>
                  </a:lnTo>
                  <a:lnTo>
                    <a:pt x="647472" y="7734722"/>
                  </a:lnTo>
                  <a:lnTo>
                    <a:pt x="658399" y="7781903"/>
                  </a:lnTo>
                  <a:lnTo>
                    <a:pt x="680020" y="7874504"/>
                  </a:lnTo>
                  <a:lnTo>
                    <a:pt x="701270" y="7964621"/>
                  </a:lnTo>
                  <a:lnTo>
                    <a:pt x="722075" y="8052087"/>
                  </a:lnTo>
                  <a:lnTo>
                    <a:pt x="742360" y="8136736"/>
                  </a:lnTo>
                  <a:lnTo>
                    <a:pt x="771651" y="8258062"/>
                  </a:lnTo>
                  <a:lnTo>
                    <a:pt x="816820" y="8443824"/>
                  </a:lnTo>
                  <a:lnTo>
                    <a:pt x="831818" y="8505070"/>
                  </a:lnTo>
                  <a:lnTo>
                    <a:pt x="846832" y="8565850"/>
                  </a:lnTo>
                  <a:lnTo>
                    <a:pt x="861860" y="8626160"/>
                  </a:lnTo>
                  <a:lnTo>
                    <a:pt x="876897" y="8685996"/>
                  </a:lnTo>
                  <a:lnTo>
                    <a:pt x="891940" y="8745354"/>
                  </a:lnTo>
                  <a:lnTo>
                    <a:pt x="906985" y="8804232"/>
                  </a:lnTo>
                  <a:lnTo>
                    <a:pt x="922027" y="8862625"/>
                  </a:lnTo>
                  <a:lnTo>
                    <a:pt x="937064" y="8920529"/>
                  </a:lnTo>
                  <a:lnTo>
                    <a:pt x="952090" y="8977942"/>
                  </a:lnTo>
                  <a:lnTo>
                    <a:pt x="967103" y="9034859"/>
                  </a:lnTo>
                  <a:lnTo>
                    <a:pt x="982099" y="9091278"/>
                  </a:lnTo>
                  <a:lnTo>
                    <a:pt x="997073" y="9147193"/>
                  </a:lnTo>
                  <a:lnTo>
                    <a:pt x="1012022" y="9202602"/>
                  </a:lnTo>
                  <a:lnTo>
                    <a:pt x="1026943" y="9257501"/>
                  </a:lnTo>
                  <a:lnTo>
                    <a:pt x="1041830" y="9311886"/>
                  </a:lnTo>
                  <a:lnTo>
                    <a:pt x="1056681" y="9365754"/>
                  </a:lnTo>
                  <a:lnTo>
                    <a:pt x="1071491" y="9419102"/>
                  </a:lnTo>
                  <a:lnTo>
                    <a:pt x="1086257" y="9471924"/>
                  </a:lnTo>
                  <a:lnTo>
                    <a:pt x="1100975" y="9524218"/>
                  </a:lnTo>
                  <a:lnTo>
                    <a:pt x="1115641" y="9575981"/>
                  </a:lnTo>
                  <a:lnTo>
                    <a:pt x="1130251" y="9627208"/>
                  </a:lnTo>
                  <a:lnTo>
                    <a:pt x="1144802" y="9677896"/>
                  </a:lnTo>
                  <a:lnTo>
                    <a:pt x="1159289" y="9728041"/>
                  </a:lnTo>
                  <a:lnTo>
                    <a:pt x="1173708" y="9777640"/>
                  </a:lnTo>
                  <a:lnTo>
                    <a:pt x="1188057" y="9826689"/>
                  </a:lnTo>
                  <a:lnTo>
                    <a:pt x="1202330" y="9875184"/>
                  </a:lnTo>
                  <a:lnTo>
                    <a:pt x="1216525" y="9923123"/>
                  </a:lnTo>
                  <a:lnTo>
                    <a:pt x="1230637" y="9970500"/>
                  </a:lnTo>
                  <a:lnTo>
                    <a:pt x="1244662" y="10017312"/>
                  </a:lnTo>
                  <a:lnTo>
                    <a:pt x="1258598" y="10063557"/>
                  </a:lnTo>
                  <a:lnTo>
                    <a:pt x="1272439" y="10109230"/>
                  </a:lnTo>
                  <a:lnTo>
                    <a:pt x="1286182" y="10154327"/>
                  </a:lnTo>
                  <a:lnTo>
                    <a:pt x="1299823" y="10198846"/>
                  </a:lnTo>
                  <a:lnTo>
                    <a:pt x="1313358" y="10242781"/>
                  </a:lnTo>
                  <a:lnTo>
                    <a:pt x="1325310" y="10281372"/>
                  </a:lnTo>
                  <a:lnTo>
                    <a:pt x="5084" y="10281372"/>
                  </a:lnTo>
                  <a:lnTo>
                    <a:pt x="10420" y="9677027"/>
                  </a:lnTo>
                  <a:lnTo>
                    <a:pt x="15089" y="9067429"/>
                  </a:lnTo>
                  <a:lnTo>
                    <a:pt x="19041" y="8457838"/>
                  </a:lnTo>
                  <a:lnTo>
                    <a:pt x="22277" y="7848252"/>
                  </a:lnTo>
                  <a:lnTo>
                    <a:pt x="24797" y="7238673"/>
                  </a:lnTo>
                  <a:lnTo>
                    <a:pt x="26600" y="6629100"/>
                  </a:lnTo>
                  <a:lnTo>
                    <a:pt x="27687" y="6019532"/>
                  </a:lnTo>
                  <a:lnTo>
                    <a:pt x="28057" y="5409971"/>
                  </a:lnTo>
                  <a:lnTo>
                    <a:pt x="27710" y="4798656"/>
                  </a:lnTo>
                  <a:lnTo>
                    <a:pt x="26640" y="4186081"/>
                  </a:lnTo>
                  <a:lnTo>
                    <a:pt x="24848" y="3573500"/>
                  </a:lnTo>
                  <a:lnTo>
                    <a:pt x="22334" y="2960914"/>
                  </a:lnTo>
                  <a:lnTo>
                    <a:pt x="19097" y="2348322"/>
                  </a:lnTo>
                  <a:lnTo>
                    <a:pt x="15138" y="1735724"/>
                  </a:lnTo>
                  <a:lnTo>
                    <a:pt x="10457" y="1123121"/>
                  </a:lnTo>
                  <a:lnTo>
                    <a:pt x="5054" y="510511"/>
                  </a:lnTo>
                  <a:lnTo>
                    <a:pt x="0" y="0"/>
                  </a:lnTo>
                  <a:lnTo>
                    <a:pt x="1489725" y="0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04132" y="5626"/>
              <a:ext cx="1490345" cy="10281920"/>
            </a:xfrm>
            <a:custGeom>
              <a:avLst/>
              <a:gdLst/>
              <a:ahLst/>
              <a:cxnLst/>
              <a:rect l="l" t="t" r="r" b="b"/>
              <a:pathLst>
                <a:path w="1490345" h="10281920">
                  <a:moveTo>
                    <a:pt x="1489811" y="0"/>
                  </a:moveTo>
                  <a:lnTo>
                    <a:pt x="1467158" y="65357"/>
                  </a:lnTo>
                  <a:lnTo>
                    <a:pt x="1444446" y="131695"/>
                  </a:lnTo>
                  <a:lnTo>
                    <a:pt x="1421690" y="199006"/>
                  </a:lnTo>
                  <a:lnTo>
                    <a:pt x="1398904" y="267284"/>
                  </a:lnTo>
                  <a:lnTo>
                    <a:pt x="1376103" y="336522"/>
                  </a:lnTo>
                  <a:lnTo>
                    <a:pt x="1353302" y="406714"/>
                  </a:lnTo>
                  <a:lnTo>
                    <a:pt x="1330515" y="477851"/>
                  </a:lnTo>
                  <a:lnTo>
                    <a:pt x="1307757" y="549929"/>
                  </a:lnTo>
                  <a:lnTo>
                    <a:pt x="1296394" y="586317"/>
                  </a:lnTo>
                  <a:lnTo>
                    <a:pt x="1285043" y="622938"/>
                  </a:lnTo>
                  <a:lnTo>
                    <a:pt x="1273707" y="659791"/>
                  </a:lnTo>
                  <a:lnTo>
                    <a:pt x="1262387" y="696874"/>
                  </a:lnTo>
                  <a:lnTo>
                    <a:pt x="1251086" y="734187"/>
                  </a:lnTo>
                  <a:lnTo>
                    <a:pt x="1239805" y="771729"/>
                  </a:lnTo>
                  <a:lnTo>
                    <a:pt x="1228545" y="809499"/>
                  </a:lnTo>
                  <a:lnTo>
                    <a:pt x="1217310" y="847496"/>
                  </a:lnTo>
                  <a:lnTo>
                    <a:pt x="1206100" y="885720"/>
                  </a:lnTo>
                  <a:lnTo>
                    <a:pt x="1194917" y="924168"/>
                  </a:lnTo>
                  <a:lnTo>
                    <a:pt x="1183764" y="962842"/>
                  </a:lnTo>
                  <a:lnTo>
                    <a:pt x="1172642" y="1001739"/>
                  </a:lnTo>
                  <a:lnTo>
                    <a:pt x="1161553" y="1040860"/>
                  </a:lnTo>
                  <a:lnTo>
                    <a:pt x="1150499" y="1080202"/>
                  </a:lnTo>
                  <a:lnTo>
                    <a:pt x="1139482" y="1119766"/>
                  </a:lnTo>
                  <a:lnTo>
                    <a:pt x="1128503" y="1159550"/>
                  </a:lnTo>
                  <a:lnTo>
                    <a:pt x="1117564" y="1199553"/>
                  </a:lnTo>
                  <a:lnTo>
                    <a:pt x="1106667" y="1239776"/>
                  </a:lnTo>
                  <a:lnTo>
                    <a:pt x="1095815" y="1280216"/>
                  </a:lnTo>
                  <a:lnTo>
                    <a:pt x="1085008" y="1320873"/>
                  </a:lnTo>
                  <a:lnTo>
                    <a:pt x="1074249" y="1361746"/>
                  </a:lnTo>
                  <a:lnTo>
                    <a:pt x="1063540" y="1402834"/>
                  </a:lnTo>
                  <a:lnTo>
                    <a:pt x="1052882" y="1444137"/>
                  </a:lnTo>
                  <a:lnTo>
                    <a:pt x="1042277" y="1485653"/>
                  </a:lnTo>
                  <a:lnTo>
                    <a:pt x="1031727" y="1527382"/>
                  </a:lnTo>
                  <a:lnTo>
                    <a:pt x="1021234" y="1569323"/>
                  </a:lnTo>
                  <a:lnTo>
                    <a:pt x="1010799" y="1611475"/>
                  </a:lnTo>
                  <a:lnTo>
                    <a:pt x="1000425" y="1653837"/>
                  </a:lnTo>
                  <a:lnTo>
                    <a:pt x="990114" y="1696408"/>
                  </a:lnTo>
                  <a:lnTo>
                    <a:pt x="979866" y="1739188"/>
                  </a:lnTo>
                  <a:lnTo>
                    <a:pt x="969685" y="1782175"/>
                  </a:lnTo>
                  <a:lnTo>
                    <a:pt x="959572" y="1825369"/>
                  </a:lnTo>
                  <a:lnTo>
                    <a:pt x="949528" y="1868769"/>
                  </a:lnTo>
                  <a:lnTo>
                    <a:pt x="939556" y="1912374"/>
                  </a:lnTo>
                  <a:lnTo>
                    <a:pt x="929658" y="1956183"/>
                  </a:lnTo>
                  <a:lnTo>
                    <a:pt x="919834" y="2000196"/>
                  </a:lnTo>
                  <a:lnTo>
                    <a:pt x="910088" y="2044411"/>
                  </a:lnTo>
                  <a:lnTo>
                    <a:pt x="900420" y="2088827"/>
                  </a:lnTo>
                  <a:lnTo>
                    <a:pt x="890833" y="2133444"/>
                  </a:lnTo>
                  <a:lnTo>
                    <a:pt x="881329" y="2178261"/>
                  </a:lnTo>
                  <a:lnTo>
                    <a:pt x="871910" y="2223278"/>
                  </a:lnTo>
                  <a:lnTo>
                    <a:pt x="862576" y="2268492"/>
                  </a:lnTo>
                  <a:lnTo>
                    <a:pt x="853331" y="2313904"/>
                  </a:lnTo>
                  <a:lnTo>
                    <a:pt x="844175" y="2359512"/>
                  </a:lnTo>
                  <a:lnTo>
                    <a:pt x="835111" y="2405316"/>
                  </a:lnTo>
                  <a:lnTo>
                    <a:pt x="826141" y="2451315"/>
                  </a:lnTo>
                  <a:lnTo>
                    <a:pt x="817267" y="2497507"/>
                  </a:lnTo>
                  <a:lnTo>
                    <a:pt x="808489" y="2543893"/>
                  </a:lnTo>
                  <a:lnTo>
                    <a:pt x="799811" y="2590471"/>
                  </a:lnTo>
                  <a:lnTo>
                    <a:pt x="791234" y="2637240"/>
                  </a:lnTo>
                  <a:lnTo>
                    <a:pt x="782759" y="2684200"/>
                  </a:lnTo>
                  <a:lnTo>
                    <a:pt x="774389" y="2731349"/>
                  </a:lnTo>
                  <a:lnTo>
                    <a:pt x="766126" y="2778687"/>
                  </a:lnTo>
                  <a:lnTo>
                    <a:pt x="757971" y="2826214"/>
                  </a:lnTo>
                  <a:lnTo>
                    <a:pt x="749926" y="2873927"/>
                  </a:lnTo>
                  <a:lnTo>
                    <a:pt x="741992" y="2921827"/>
                  </a:lnTo>
                  <a:lnTo>
                    <a:pt x="734173" y="2969912"/>
                  </a:lnTo>
                  <a:lnTo>
                    <a:pt x="726470" y="3018181"/>
                  </a:lnTo>
                  <a:lnTo>
                    <a:pt x="718883" y="3066634"/>
                  </a:lnTo>
                  <a:lnTo>
                    <a:pt x="711417" y="3115270"/>
                  </a:lnTo>
                  <a:lnTo>
                    <a:pt x="704071" y="3164089"/>
                  </a:lnTo>
                  <a:lnTo>
                    <a:pt x="696848" y="3213088"/>
                  </a:lnTo>
                  <a:lnTo>
                    <a:pt x="689751" y="3262267"/>
                  </a:lnTo>
                  <a:lnTo>
                    <a:pt x="682779" y="3311626"/>
                  </a:lnTo>
                  <a:lnTo>
                    <a:pt x="675937" y="3361164"/>
                  </a:lnTo>
                  <a:lnTo>
                    <a:pt x="669224" y="3410879"/>
                  </a:lnTo>
                  <a:lnTo>
                    <a:pt x="662644" y="3460771"/>
                  </a:lnTo>
                  <a:lnTo>
                    <a:pt x="656198" y="3510839"/>
                  </a:lnTo>
                  <a:lnTo>
                    <a:pt x="649888" y="3561082"/>
                  </a:lnTo>
                  <a:lnTo>
                    <a:pt x="643715" y="3611500"/>
                  </a:lnTo>
                  <a:lnTo>
                    <a:pt x="637682" y="3662091"/>
                  </a:lnTo>
                  <a:lnTo>
                    <a:pt x="631791" y="3712854"/>
                  </a:lnTo>
                  <a:lnTo>
                    <a:pt x="626042" y="3763790"/>
                  </a:lnTo>
                  <a:lnTo>
                    <a:pt x="620439" y="3814896"/>
                  </a:lnTo>
                  <a:lnTo>
                    <a:pt x="614982" y="3866173"/>
                  </a:lnTo>
                  <a:lnTo>
                    <a:pt x="609674" y="3917618"/>
                  </a:lnTo>
                  <a:lnTo>
                    <a:pt x="604517" y="3969232"/>
                  </a:lnTo>
                  <a:lnTo>
                    <a:pt x="599512" y="4021013"/>
                  </a:lnTo>
                  <a:lnTo>
                    <a:pt x="594661" y="4072961"/>
                  </a:lnTo>
                  <a:lnTo>
                    <a:pt x="589967" y="4125075"/>
                  </a:lnTo>
                  <a:lnTo>
                    <a:pt x="585430" y="4177354"/>
                  </a:lnTo>
                  <a:lnTo>
                    <a:pt x="581053" y="4229796"/>
                  </a:lnTo>
                  <a:lnTo>
                    <a:pt x="576838" y="4282402"/>
                  </a:lnTo>
                  <a:lnTo>
                    <a:pt x="572786" y="4335171"/>
                  </a:lnTo>
                  <a:lnTo>
                    <a:pt x="568899" y="4388101"/>
                  </a:lnTo>
                  <a:lnTo>
                    <a:pt x="565179" y="4441191"/>
                  </a:lnTo>
                  <a:lnTo>
                    <a:pt x="561628" y="4494442"/>
                  </a:lnTo>
                  <a:lnTo>
                    <a:pt x="558248" y="4547851"/>
                  </a:lnTo>
                  <a:lnTo>
                    <a:pt x="555041" y="4601418"/>
                  </a:lnTo>
                  <a:lnTo>
                    <a:pt x="552008" y="4655143"/>
                  </a:lnTo>
                  <a:lnTo>
                    <a:pt x="549151" y="4709024"/>
                  </a:lnTo>
                  <a:lnTo>
                    <a:pt x="546472" y="4763061"/>
                  </a:lnTo>
                  <a:lnTo>
                    <a:pt x="543974" y="4817252"/>
                  </a:lnTo>
                  <a:lnTo>
                    <a:pt x="541657" y="4871597"/>
                  </a:lnTo>
                  <a:lnTo>
                    <a:pt x="539524" y="4926095"/>
                  </a:lnTo>
                  <a:lnTo>
                    <a:pt x="537576" y="4980745"/>
                  </a:lnTo>
                  <a:lnTo>
                    <a:pt x="535815" y="5035547"/>
                  </a:lnTo>
                  <a:lnTo>
                    <a:pt x="534244" y="5090499"/>
                  </a:lnTo>
                  <a:lnTo>
                    <a:pt x="532863" y="5145600"/>
                  </a:lnTo>
                  <a:lnTo>
                    <a:pt x="531676" y="5200851"/>
                  </a:lnTo>
                  <a:lnTo>
                    <a:pt x="530683" y="5256249"/>
                  </a:lnTo>
                  <a:lnTo>
                    <a:pt x="529886" y="5311794"/>
                  </a:lnTo>
                  <a:lnTo>
                    <a:pt x="529288" y="5367485"/>
                  </a:lnTo>
                  <a:lnTo>
                    <a:pt x="528890" y="5423322"/>
                  </a:lnTo>
                  <a:lnTo>
                    <a:pt x="528694" y="5479303"/>
                  </a:lnTo>
                  <a:lnTo>
                    <a:pt x="528702" y="5535427"/>
                  </a:lnTo>
                  <a:lnTo>
                    <a:pt x="528915" y="5591695"/>
                  </a:lnTo>
                  <a:lnTo>
                    <a:pt x="529336" y="5648104"/>
                  </a:lnTo>
                  <a:lnTo>
                    <a:pt x="529966" y="5704654"/>
                  </a:lnTo>
                  <a:lnTo>
                    <a:pt x="530808" y="5761345"/>
                  </a:lnTo>
                  <a:lnTo>
                    <a:pt x="531862" y="5818175"/>
                  </a:lnTo>
                  <a:lnTo>
                    <a:pt x="533131" y="5875143"/>
                  </a:lnTo>
                  <a:lnTo>
                    <a:pt x="534617" y="5932249"/>
                  </a:lnTo>
                  <a:lnTo>
                    <a:pt x="536322" y="5989492"/>
                  </a:lnTo>
                  <a:lnTo>
                    <a:pt x="538246" y="6046870"/>
                  </a:lnTo>
                  <a:lnTo>
                    <a:pt x="540393" y="6104384"/>
                  </a:lnTo>
                  <a:lnTo>
                    <a:pt x="542764" y="6162032"/>
                  </a:lnTo>
                  <a:lnTo>
                    <a:pt x="545361" y="6219813"/>
                  </a:lnTo>
                  <a:lnTo>
                    <a:pt x="548186" y="6277727"/>
                  </a:lnTo>
                  <a:lnTo>
                    <a:pt x="551240" y="6335773"/>
                  </a:lnTo>
                  <a:lnTo>
                    <a:pt x="554526" y="6393949"/>
                  </a:lnTo>
                  <a:lnTo>
                    <a:pt x="558044" y="6452255"/>
                  </a:lnTo>
                  <a:lnTo>
                    <a:pt x="561798" y="6510691"/>
                  </a:lnTo>
                  <a:lnTo>
                    <a:pt x="565789" y="6569254"/>
                  </a:lnTo>
                  <a:lnTo>
                    <a:pt x="570018" y="6627945"/>
                  </a:lnTo>
                  <a:lnTo>
                    <a:pt x="574488" y="6686763"/>
                  </a:lnTo>
                  <a:lnTo>
                    <a:pt x="579201" y="6745706"/>
                  </a:lnTo>
                  <a:lnTo>
                    <a:pt x="584157" y="6804774"/>
                  </a:lnTo>
                  <a:lnTo>
                    <a:pt x="589360" y="6863966"/>
                  </a:lnTo>
                  <a:lnTo>
                    <a:pt x="594811" y="6923281"/>
                  </a:lnTo>
                  <a:lnTo>
                    <a:pt x="600511" y="6982718"/>
                  </a:lnTo>
                  <a:lnTo>
                    <a:pt x="606463" y="7042277"/>
                  </a:lnTo>
                  <a:lnTo>
                    <a:pt x="612668" y="7101957"/>
                  </a:lnTo>
                  <a:lnTo>
                    <a:pt x="619129" y="7161756"/>
                  </a:lnTo>
                  <a:lnTo>
                    <a:pt x="625847" y="7221674"/>
                  </a:lnTo>
                  <a:lnTo>
                    <a:pt x="632824" y="7281710"/>
                  </a:lnTo>
                  <a:lnTo>
                    <a:pt x="640061" y="7341863"/>
                  </a:lnTo>
                  <a:lnTo>
                    <a:pt x="647561" y="7402132"/>
                  </a:lnTo>
                  <a:lnTo>
                    <a:pt x="655326" y="7462517"/>
                  </a:lnTo>
                  <a:lnTo>
                    <a:pt x="663356" y="7523017"/>
                  </a:lnTo>
                  <a:lnTo>
                    <a:pt x="671655" y="7583630"/>
                  </a:lnTo>
                  <a:lnTo>
                    <a:pt x="680224" y="7644356"/>
                  </a:lnTo>
                  <a:lnTo>
                    <a:pt x="689065" y="7705194"/>
                  </a:lnTo>
                  <a:lnTo>
                    <a:pt x="698179" y="7766144"/>
                  </a:lnTo>
                  <a:lnTo>
                    <a:pt x="707569" y="7827203"/>
                  </a:lnTo>
                  <a:lnTo>
                    <a:pt x="717236" y="7888373"/>
                  </a:lnTo>
                  <a:lnTo>
                    <a:pt x="727182" y="7949650"/>
                  </a:lnTo>
                  <a:lnTo>
                    <a:pt x="737409" y="8011036"/>
                  </a:lnTo>
                  <a:lnTo>
                    <a:pt x="747919" y="8072528"/>
                  </a:lnTo>
                  <a:lnTo>
                    <a:pt x="758714" y="8134127"/>
                  </a:lnTo>
                  <a:lnTo>
                    <a:pt x="769795" y="8195831"/>
                  </a:lnTo>
                  <a:lnTo>
                    <a:pt x="781164" y="8257639"/>
                  </a:lnTo>
                  <a:lnTo>
                    <a:pt x="792824" y="8319550"/>
                  </a:lnTo>
                  <a:lnTo>
                    <a:pt x="804776" y="8381565"/>
                  </a:lnTo>
                  <a:lnTo>
                    <a:pt x="817021" y="8443681"/>
                  </a:lnTo>
                  <a:lnTo>
                    <a:pt x="827110" y="8493779"/>
                  </a:lnTo>
                  <a:lnTo>
                    <a:pt x="837365" y="8543831"/>
                  </a:lnTo>
                  <a:lnTo>
                    <a:pt x="847788" y="8593834"/>
                  </a:lnTo>
                  <a:lnTo>
                    <a:pt x="858378" y="8643790"/>
                  </a:lnTo>
                  <a:lnTo>
                    <a:pt x="869135" y="8693698"/>
                  </a:lnTo>
                  <a:lnTo>
                    <a:pt x="880059" y="8743558"/>
                  </a:lnTo>
                  <a:lnTo>
                    <a:pt x="891150" y="8793370"/>
                  </a:lnTo>
                  <a:lnTo>
                    <a:pt x="902408" y="8843135"/>
                  </a:lnTo>
                  <a:lnTo>
                    <a:pt x="913834" y="8892853"/>
                  </a:lnTo>
                  <a:lnTo>
                    <a:pt x="925427" y="8942522"/>
                  </a:lnTo>
                  <a:lnTo>
                    <a:pt x="937187" y="8992144"/>
                  </a:lnTo>
                  <a:lnTo>
                    <a:pt x="949114" y="9041718"/>
                  </a:lnTo>
                  <a:lnTo>
                    <a:pt x="961208" y="9091245"/>
                  </a:lnTo>
                  <a:lnTo>
                    <a:pt x="973469" y="9140724"/>
                  </a:lnTo>
                  <a:lnTo>
                    <a:pt x="985898" y="9190155"/>
                  </a:lnTo>
                  <a:lnTo>
                    <a:pt x="998493" y="9239539"/>
                  </a:lnTo>
                  <a:lnTo>
                    <a:pt x="1011256" y="9288875"/>
                  </a:lnTo>
                  <a:lnTo>
                    <a:pt x="1024186" y="9338163"/>
                  </a:lnTo>
                  <a:lnTo>
                    <a:pt x="1037283" y="9387403"/>
                  </a:lnTo>
                  <a:lnTo>
                    <a:pt x="1050547" y="9436596"/>
                  </a:lnTo>
                  <a:lnTo>
                    <a:pt x="1063979" y="9485741"/>
                  </a:lnTo>
                  <a:lnTo>
                    <a:pt x="1077577" y="9534839"/>
                  </a:lnTo>
                  <a:lnTo>
                    <a:pt x="1091343" y="9583889"/>
                  </a:lnTo>
                  <a:lnTo>
                    <a:pt x="1105276" y="9632891"/>
                  </a:lnTo>
                  <a:lnTo>
                    <a:pt x="1119376" y="9681845"/>
                  </a:lnTo>
                  <a:lnTo>
                    <a:pt x="1133643" y="9730752"/>
                  </a:lnTo>
                  <a:lnTo>
                    <a:pt x="1148078" y="9779611"/>
                  </a:lnTo>
                  <a:lnTo>
                    <a:pt x="1162679" y="9828422"/>
                  </a:lnTo>
                  <a:lnTo>
                    <a:pt x="1177448" y="9877186"/>
                  </a:lnTo>
                  <a:lnTo>
                    <a:pt x="1192383" y="9925902"/>
                  </a:lnTo>
                  <a:lnTo>
                    <a:pt x="1207486" y="9974571"/>
                  </a:lnTo>
                  <a:lnTo>
                    <a:pt x="1222756" y="10023191"/>
                  </a:lnTo>
                  <a:lnTo>
                    <a:pt x="1238194" y="10071764"/>
                  </a:lnTo>
                  <a:lnTo>
                    <a:pt x="1253798" y="10120290"/>
                  </a:lnTo>
                  <a:lnTo>
                    <a:pt x="1269570" y="10168768"/>
                  </a:lnTo>
                  <a:lnTo>
                    <a:pt x="1285508" y="10217198"/>
                  </a:lnTo>
                  <a:lnTo>
                    <a:pt x="1301614" y="10265580"/>
                  </a:lnTo>
                  <a:lnTo>
                    <a:pt x="1306931" y="10281372"/>
                  </a:lnTo>
                  <a:lnTo>
                    <a:pt x="61050" y="10281372"/>
                  </a:lnTo>
                  <a:lnTo>
                    <a:pt x="71536" y="10187643"/>
                  </a:lnTo>
                  <a:lnTo>
                    <a:pt x="77109" y="10137062"/>
                  </a:lnTo>
                  <a:lnTo>
                    <a:pt x="82622" y="10086481"/>
                  </a:lnTo>
                  <a:lnTo>
                    <a:pt x="88076" y="10035900"/>
                  </a:lnTo>
                  <a:lnTo>
                    <a:pt x="93471" y="9985320"/>
                  </a:lnTo>
                  <a:lnTo>
                    <a:pt x="98807" y="9934740"/>
                  </a:lnTo>
                  <a:lnTo>
                    <a:pt x="104084" y="9884160"/>
                  </a:lnTo>
                  <a:lnTo>
                    <a:pt x="109302" y="9833580"/>
                  </a:lnTo>
                  <a:lnTo>
                    <a:pt x="114460" y="9783001"/>
                  </a:lnTo>
                  <a:lnTo>
                    <a:pt x="119560" y="9732422"/>
                  </a:lnTo>
                  <a:lnTo>
                    <a:pt x="124600" y="9681843"/>
                  </a:lnTo>
                  <a:lnTo>
                    <a:pt x="129581" y="9631265"/>
                  </a:lnTo>
                  <a:lnTo>
                    <a:pt x="134504" y="9580686"/>
                  </a:lnTo>
                  <a:lnTo>
                    <a:pt x="139367" y="9530108"/>
                  </a:lnTo>
                  <a:lnTo>
                    <a:pt x="144170" y="9479531"/>
                  </a:lnTo>
                  <a:lnTo>
                    <a:pt x="148915" y="9428953"/>
                  </a:lnTo>
                  <a:lnTo>
                    <a:pt x="153601" y="9378376"/>
                  </a:lnTo>
                  <a:lnTo>
                    <a:pt x="158228" y="9327799"/>
                  </a:lnTo>
                  <a:lnTo>
                    <a:pt x="162795" y="9277223"/>
                  </a:lnTo>
                  <a:lnTo>
                    <a:pt x="167303" y="9226646"/>
                  </a:lnTo>
                  <a:lnTo>
                    <a:pt x="171753" y="9176070"/>
                  </a:lnTo>
                  <a:lnTo>
                    <a:pt x="176143" y="9125494"/>
                  </a:lnTo>
                  <a:lnTo>
                    <a:pt x="180474" y="9074919"/>
                  </a:lnTo>
                  <a:lnTo>
                    <a:pt x="184745" y="9024344"/>
                  </a:lnTo>
                  <a:lnTo>
                    <a:pt x="188958" y="8973769"/>
                  </a:lnTo>
                  <a:lnTo>
                    <a:pt x="193112" y="8923194"/>
                  </a:lnTo>
                  <a:lnTo>
                    <a:pt x="197206" y="8872619"/>
                  </a:lnTo>
                  <a:lnTo>
                    <a:pt x="201242" y="8822045"/>
                  </a:lnTo>
                  <a:lnTo>
                    <a:pt x="205218" y="8771471"/>
                  </a:lnTo>
                  <a:lnTo>
                    <a:pt x="209135" y="8720898"/>
                  </a:lnTo>
                  <a:lnTo>
                    <a:pt x="212993" y="8670324"/>
                  </a:lnTo>
                  <a:lnTo>
                    <a:pt x="216792" y="8619751"/>
                  </a:lnTo>
                  <a:lnTo>
                    <a:pt x="220532" y="8569178"/>
                  </a:lnTo>
                  <a:lnTo>
                    <a:pt x="224213" y="8518606"/>
                  </a:lnTo>
                  <a:lnTo>
                    <a:pt x="227834" y="8468034"/>
                  </a:lnTo>
                  <a:lnTo>
                    <a:pt x="231397" y="8417462"/>
                  </a:lnTo>
                  <a:lnTo>
                    <a:pt x="234900" y="8366890"/>
                  </a:lnTo>
                  <a:lnTo>
                    <a:pt x="238345" y="8316318"/>
                  </a:lnTo>
                  <a:lnTo>
                    <a:pt x="241730" y="8265747"/>
                  </a:lnTo>
                  <a:lnTo>
                    <a:pt x="245056" y="8215176"/>
                  </a:lnTo>
                  <a:lnTo>
                    <a:pt x="248323" y="8164605"/>
                  </a:lnTo>
                  <a:lnTo>
                    <a:pt x="251530" y="8114035"/>
                  </a:lnTo>
                  <a:lnTo>
                    <a:pt x="254679" y="8063465"/>
                  </a:lnTo>
                  <a:lnTo>
                    <a:pt x="257769" y="8012895"/>
                  </a:lnTo>
                  <a:lnTo>
                    <a:pt x="260799" y="7962326"/>
                  </a:lnTo>
                  <a:lnTo>
                    <a:pt x="263771" y="7911756"/>
                  </a:lnTo>
                  <a:lnTo>
                    <a:pt x="266683" y="7861187"/>
                  </a:lnTo>
                  <a:lnTo>
                    <a:pt x="269536" y="7810618"/>
                  </a:lnTo>
                  <a:lnTo>
                    <a:pt x="272330" y="7760050"/>
                  </a:lnTo>
                  <a:lnTo>
                    <a:pt x="275065" y="7709482"/>
                  </a:lnTo>
                  <a:lnTo>
                    <a:pt x="277740" y="7658914"/>
                  </a:lnTo>
                  <a:lnTo>
                    <a:pt x="280357" y="7608346"/>
                  </a:lnTo>
                  <a:lnTo>
                    <a:pt x="282915" y="7557779"/>
                  </a:lnTo>
                  <a:lnTo>
                    <a:pt x="285413" y="7507211"/>
                  </a:lnTo>
                  <a:lnTo>
                    <a:pt x="287852" y="7456645"/>
                  </a:lnTo>
                  <a:lnTo>
                    <a:pt x="290233" y="7406078"/>
                  </a:lnTo>
                  <a:lnTo>
                    <a:pt x="292554" y="7355512"/>
                  </a:lnTo>
                  <a:lnTo>
                    <a:pt x="294816" y="7304946"/>
                  </a:lnTo>
                  <a:lnTo>
                    <a:pt x="297018" y="7254380"/>
                  </a:lnTo>
                  <a:lnTo>
                    <a:pt x="299162" y="7203814"/>
                  </a:lnTo>
                  <a:lnTo>
                    <a:pt x="301247" y="7153249"/>
                  </a:lnTo>
                  <a:lnTo>
                    <a:pt x="303272" y="7102684"/>
                  </a:lnTo>
                  <a:lnTo>
                    <a:pt x="305239" y="7052119"/>
                  </a:lnTo>
                  <a:lnTo>
                    <a:pt x="307146" y="7001555"/>
                  </a:lnTo>
                  <a:lnTo>
                    <a:pt x="308994" y="6950991"/>
                  </a:lnTo>
                  <a:lnTo>
                    <a:pt x="310783" y="6900427"/>
                  </a:lnTo>
                  <a:lnTo>
                    <a:pt x="312513" y="6849863"/>
                  </a:lnTo>
                  <a:lnTo>
                    <a:pt x="314184" y="6799300"/>
                  </a:lnTo>
                  <a:lnTo>
                    <a:pt x="315796" y="6748737"/>
                  </a:lnTo>
                  <a:lnTo>
                    <a:pt x="317348" y="6698174"/>
                  </a:lnTo>
                  <a:lnTo>
                    <a:pt x="318842" y="6647611"/>
                  </a:lnTo>
                  <a:lnTo>
                    <a:pt x="320276" y="6597049"/>
                  </a:lnTo>
                  <a:lnTo>
                    <a:pt x="321651" y="6546487"/>
                  </a:lnTo>
                  <a:lnTo>
                    <a:pt x="322967" y="6495925"/>
                  </a:lnTo>
                  <a:lnTo>
                    <a:pt x="324224" y="6445364"/>
                  </a:lnTo>
                  <a:lnTo>
                    <a:pt x="325422" y="6394803"/>
                  </a:lnTo>
                  <a:lnTo>
                    <a:pt x="326561" y="6344242"/>
                  </a:lnTo>
                  <a:lnTo>
                    <a:pt x="327641" y="6293681"/>
                  </a:lnTo>
                  <a:lnTo>
                    <a:pt x="328661" y="6243121"/>
                  </a:lnTo>
                  <a:lnTo>
                    <a:pt x="329623" y="6192560"/>
                  </a:lnTo>
                  <a:lnTo>
                    <a:pt x="330525" y="6142001"/>
                  </a:lnTo>
                  <a:lnTo>
                    <a:pt x="331368" y="6091441"/>
                  </a:lnTo>
                  <a:lnTo>
                    <a:pt x="332152" y="6040882"/>
                  </a:lnTo>
                  <a:lnTo>
                    <a:pt x="332877" y="5990323"/>
                  </a:lnTo>
                  <a:lnTo>
                    <a:pt x="333543" y="5939764"/>
                  </a:lnTo>
                  <a:lnTo>
                    <a:pt x="334150" y="5889205"/>
                  </a:lnTo>
                  <a:lnTo>
                    <a:pt x="334697" y="5838647"/>
                  </a:lnTo>
                  <a:lnTo>
                    <a:pt x="335186" y="5788089"/>
                  </a:lnTo>
                  <a:lnTo>
                    <a:pt x="335615" y="5737531"/>
                  </a:lnTo>
                  <a:lnTo>
                    <a:pt x="335985" y="5686974"/>
                  </a:lnTo>
                  <a:lnTo>
                    <a:pt x="336297" y="5636417"/>
                  </a:lnTo>
                  <a:lnTo>
                    <a:pt x="336549" y="5585860"/>
                  </a:lnTo>
                  <a:lnTo>
                    <a:pt x="336742" y="5535303"/>
                  </a:lnTo>
                  <a:lnTo>
                    <a:pt x="336875" y="5484747"/>
                  </a:lnTo>
                  <a:lnTo>
                    <a:pt x="336950" y="5434191"/>
                  </a:lnTo>
                  <a:lnTo>
                    <a:pt x="336966" y="5383635"/>
                  </a:lnTo>
                  <a:lnTo>
                    <a:pt x="336922" y="5333080"/>
                  </a:lnTo>
                  <a:lnTo>
                    <a:pt x="336819" y="5282524"/>
                  </a:lnTo>
                  <a:lnTo>
                    <a:pt x="336658" y="5231969"/>
                  </a:lnTo>
                  <a:lnTo>
                    <a:pt x="336437" y="5181415"/>
                  </a:lnTo>
                  <a:lnTo>
                    <a:pt x="336146" y="5130422"/>
                  </a:lnTo>
                  <a:lnTo>
                    <a:pt x="335796" y="5079433"/>
                  </a:lnTo>
                  <a:lnTo>
                    <a:pt x="335387" y="5028448"/>
                  </a:lnTo>
                  <a:lnTo>
                    <a:pt x="334917" y="4977467"/>
                  </a:lnTo>
                  <a:lnTo>
                    <a:pt x="334389" y="4926490"/>
                  </a:lnTo>
                  <a:lnTo>
                    <a:pt x="333800" y="4875516"/>
                  </a:lnTo>
                  <a:lnTo>
                    <a:pt x="333153" y="4824546"/>
                  </a:lnTo>
                  <a:lnTo>
                    <a:pt x="332445" y="4773581"/>
                  </a:lnTo>
                  <a:lnTo>
                    <a:pt x="331678" y="4722619"/>
                  </a:lnTo>
                  <a:lnTo>
                    <a:pt x="330852" y="4671661"/>
                  </a:lnTo>
                  <a:lnTo>
                    <a:pt x="329966" y="4620706"/>
                  </a:lnTo>
                  <a:lnTo>
                    <a:pt x="329020" y="4569756"/>
                  </a:lnTo>
                  <a:lnTo>
                    <a:pt x="328015" y="4518810"/>
                  </a:lnTo>
                  <a:lnTo>
                    <a:pt x="326950" y="4467867"/>
                  </a:lnTo>
                  <a:lnTo>
                    <a:pt x="325826" y="4416928"/>
                  </a:lnTo>
                  <a:lnTo>
                    <a:pt x="324642" y="4365993"/>
                  </a:lnTo>
                  <a:lnTo>
                    <a:pt x="323399" y="4315062"/>
                  </a:lnTo>
                  <a:lnTo>
                    <a:pt x="322096" y="4264135"/>
                  </a:lnTo>
                  <a:lnTo>
                    <a:pt x="320734" y="4213211"/>
                  </a:lnTo>
                  <a:lnTo>
                    <a:pt x="319312" y="4162292"/>
                  </a:lnTo>
                  <a:lnTo>
                    <a:pt x="317830" y="4111376"/>
                  </a:lnTo>
                  <a:lnTo>
                    <a:pt x="316289" y="4060464"/>
                  </a:lnTo>
                  <a:lnTo>
                    <a:pt x="314688" y="4009556"/>
                  </a:lnTo>
                  <a:lnTo>
                    <a:pt x="313028" y="3958652"/>
                  </a:lnTo>
                  <a:lnTo>
                    <a:pt x="311308" y="3907752"/>
                  </a:lnTo>
                  <a:lnTo>
                    <a:pt x="309529" y="3856855"/>
                  </a:lnTo>
                  <a:lnTo>
                    <a:pt x="307690" y="3805963"/>
                  </a:lnTo>
                  <a:lnTo>
                    <a:pt x="305792" y="3755074"/>
                  </a:lnTo>
                  <a:lnTo>
                    <a:pt x="303834" y="3704189"/>
                  </a:lnTo>
                  <a:lnTo>
                    <a:pt x="301816" y="3653308"/>
                  </a:lnTo>
                  <a:lnTo>
                    <a:pt x="299739" y="3602431"/>
                  </a:lnTo>
                  <a:lnTo>
                    <a:pt x="297603" y="3551558"/>
                  </a:lnTo>
                  <a:lnTo>
                    <a:pt x="295407" y="3500688"/>
                  </a:lnTo>
                  <a:lnTo>
                    <a:pt x="293151" y="3449823"/>
                  </a:lnTo>
                  <a:lnTo>
                    <a:pt x="290836" y="3398961"/>
                  </a:lnTo>
                  <a:lnTo>
                    <a:pt x="288461" y="3348103"/>
                  </a:lnTo>
                  <a:lnTo>
                    <a:pt x="286026" y="3297249"/>
                  </a:lnTo>
                  <a:lnTo>
                    <a:pt x="283533" y="3246399"/>
                  </a:lnTo>
                  <a:lnTo>
                    <a:pt x="280979" y="3195552"/>
                  </a:lnTo>
                  <a:lnTo>
                    <a:pt x="278366" y="3144710"/>
                  </a:lnTo>
                  <a:lnTo>
                    <a:pt x="275694" y="3093871"/>
                  </a:lnTo>
                  <a:lnTo>
                    <a:pt x="272961" y="3043037"/>
                  </a:lnTo>
                  <a:lnTo>
                    <a:pt x="270170" y="2992206"/>
                  </a:lnTo>
                  <a:lnTo>
                    <a:pt x="267319" y="2941379"/>
                  </a:lnTo>
                  <a:lnTo>
                    <a:pt x="264408" y="2890555"/>
                  </a:lnTo>
                  <a:lnTo>
                    <a:pt x="261437" y="2839736"/>
                  </a:lnTo>
                  <a:lnTo>
                    <a:pt x="258408" y="2788920"/>
                  </a:lnTo>
                  <a:lnTo>
                    <a:pt x="255318" y="2738109"/>
                  </a:lnTo>
                  <a:lnTo>
                    <a:pt x="252169" y="2687301"/>
                  </a:lnTo>
                  <a:lnTo>
                    <a:pt x="248961" y="2636497"/>
                  </a:lnTo>
                  <a:lnTo>
                    <a:pt x="245693" y="2585697"/>
                  </a:lnTo>
                  <a:lnTo>
                    <a:pt x="242365" y="2534901"/>
                  </a:lnTo>
                  <a:lnTo>
                    <a:pt x="238978" y="2484108"/>
                  </a:lnTo>
                  <a:lnTo>
                    <a:pt x="235531" y="2433320"/>
                  </a:lnTo>
                  <a:lnTo>
                    <a:pt x="232025" y="2382535"/>
                  </a:lnTo>
                  <a:lnTo>
                    <a:pt x="228459" y="2331754"/>
                  </a:lnTo>
                  <a:lnTo>
                    <a:pt x="224834" y="2280977"/>
                  </a:lnTo>
                  <a:lnTo>
                    <a:pt x="221149" y="2230204"/>
                  </a:lnTo>
                  <a:lnTo>
                    <a:pt x="217404" y="2179435"/>
                  </a:lnTo>
                  <a:lnTo>
                    <a:pt x="213600" y="2128669"/>
                  </a:lnTo>
                  <a:lnTo>
                    <a:pt x="209737" y="2077908"/>
                  </a:lnTo>
                  <a:lnTo>
                    <a:pt x="205813" y="2027150"/>
                  </a:lnTo>
                  <a:lnTo>
                    <a:pt x="201831" y="1976396"/>
                  </a:lnTo>
                  <a:lnTo>
                    <a:pt x="197788" y="1925646"/>
                  </a:lnTo>
                  <a:lnTo>
                    <a:pt x="193687" y="1874900"/>
                  </a:lnTo>
                  <a:lnTo>
                    <a:pt x="189525" y="1824157"/>
                  </a:lnTo>
                  <a:lnTo>
                    <a:pt x="185304" y="1773419"/>
                  </a:lnTo>
                  <a:lnTo>
                    <a:pt x="181024" y="1722684"/>
                  </a:lnTo>
                  <a:lnTo>
                    <a:pt x="176684" y="1671954"/>
                  </a:lnTo>
                  <a:lnTo>
                    <a:pt x="172285" y="1621227"/>
                  </a:lnTo>
                  <a:lnTo>
                    <a:pt x="167825" y="1570504"/>
                  </a:lnTo>
                  <a:lnTo>
                    <a:pt x="163307" y="1519784"/>
                  </a:lnTo>
                  <a:lnTo>
                    <a:pt x="158729" y="1469069"/>
                  </a:lnTo>
                  <a:lnTo>
                    <a:pt x="154091" y="1418358"/>
                  </a:lnTo>
                  <a:lnTo>
                    <a:pt x="149394" y="1367650"/>
                  </a:lnTo>
                  <a:lnTo>
                    <a:pt x="144637" y="1316946"/>
                  </a:lnTo>
                  <a:lnTo>
                    <a:pt x="139820" y="1266246"/>
                  </a:lnTo>
                  <a:lnTo>
                    <a:pt x="134944" y="1215550"/>
                  </a:lnTo>
                  <a:lnTo>
                    <a:pt x="130009" y="1164858"/>
                  </a:lnTo>
                  <a:lnTo>
                    <a:pt x="125014" y="1114169"/>
                  </a:lnTo>
                  <a:lnTo>
                    <a:pt x="119959" y="1063485"/>
                  </a:lnTo>
                  <a:lnTo>
                    <a:pt x="114845" y="1012804"/>
                  </a:lnTo>
                  <a:lnTo>
                    <a:pt x="109671" y="962127"/>
                  </a:lnTo>
                  <a:lnTo>
                    <a:pt x="104438" y="911454"/>
                  </a:lnTo>
                  <a:lnTo>
                    <a:pt x="99145" y="860785"/>
                  </a:lnTo>
                  <a:lnTo>
                    <a:pt x="93793" y="810120"/>
                  </a:lnTo>
                  <a:lnTo>
                    <a:pt x="88381" y="759459"/>
                  </a:lnTo>
                  <a:lnTo>
                    <a:pt x="82910" y="708801"/>
                  </a:lnTo>
                  <a:lnTo>
                    <a:pt x="77379" y="658147"/>
                  </a:lnTo>
                  <a:lnTo>
                    <a:pt x="71788" y="607497"/>
                  </a:lnTo>
                  <a:lnTo>
                    <a:pt x="66138" y="556851"/>
                  </a:lnTo>
                  <a:lnTo>
                    <a:pt x="60428" y="506209"/>
                  </a:lnTo>
                  <a:lnTo>
                    <a:pt x="54659" y="455571"/>
                  </a:lnTo>
                  <a:lnTo>
                    <a:pt x="48830" y="404936"/>
                  </a:lnTo>
                  <a:lnTo>
                    <a:pt x="42942" y="354306"/>
                  </a:lnTo>
                  <a:lnTo>
                    <a:pt x="36994" y="303679"/>
                  </a:lnTo>
                  <a:lnTo>
                    <a:pt x="30987" y="253056"/>
                  </a:lnTo>
                  <a:lnTo>
                    <a:pt x="24920" y="202437"/>
                  </a:lnTo>
                  <a:lnTo>
                    <a:pt x="18793" y="151822"/>
                  </a:lnTo>
                  <a:lnTo>
                    <a:pt x="12607" y="101211"/>
                  </a:lnTo>
                  <a:lnTo>
                    <a:pt x="6362" y="50603"/>
                  </a:lnTo>
                  <a:lnTo>
                    <a:pt x="0" y="0"/>
                  </a:lnTo>
                  <a:lnTo>
                    <a:pt x="1489811" y="0"/>
                  </a:lnTo>
                  <a:close/>
                </a:path>
              </a:pathLst>
            </a:custGeom>
            <a:solidFill>
              <a:srgbClr val="326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978" y="3482"/>
              <a:ext cx="2321286" cy="31232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3" y="3686746"/>
              <a:ext cx="2464095" cy="3141987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16742" y="393249"/>
            <a:ext cx="10610849" cy="38385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45899" y="3658316"/>
            <a:ext cx="3829049" cy="49148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031359" y="7187748"/>
            <a:ext cx="48202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85" dirty="0">
                <a:latin typeface="Bookman Old Style"/>
                <a:cs typeface="Bookman Old Style"/>
              </a:rPr>
              <a:t>Rashad</a:t>
            </a:r>
            <a:r>
              <a:rPr sz="2800" b="1" spc="-110" dirty="0">
                <a:latin typeface="Bookman Old Style"/>
                <a:cs typeface="Bookman Old Style"/>
              </a:rPr>
              <a:t> </a:t>
            </a:r>
            <a:r>
              <a:rPr sz="2800" b="1" spc="-45" dirty="0">
                <a:latin typeface="Bookman Old Style"/>
                <a:cs typeface="Bookman Old Style"/>
              </a:rPr>
              <a:t>M</a:t>
            </a:r>
            <a:r>
              <a:rPr sz="2800" b="1" spc="-40" dirty="0">
                <a:latin typeface="Bookman Old Style"/>
                <a:cs typeface="Bookman Old Style"/>
              </a:rPr>
              <a:t>.</a:t>
            </a:r>
            <a:r>
              <a:rPr sz="2800" b="1" spc="-675" dirty="0">
                <a:latin typeface="Bookman Old Style"/>
                <a:cs typeface="Bookman Old Style"/>
              </a:rPr>
              <a:t>P</a:t>
            </a:r>
            <a:r>
              <a:rPr sz="2800" b="1" spc="-40" dirty="0">
                <a:latin typeface="Bookman Old Style"/>
                <a:cs typeface="Bookman Old Style"/>
              </a:rPr>
              <a:t>.M</a:t>
            </a:r>
            <a:r>
              <a:rPr sz="2800" b="1" spc="-105" dirty="0">
                <a:latin typeface="Bookman Old Style"/>
                <a:cs typeface="Bookman Old Style"/>
              </a:rPr>
              <a:t> </a:t>
            </a:r>
            <a:r>
              <a:rPr sz="2800" b="1" spc="-160" dirty="0">
                <a:latin typeface="Bookman Old Style"/>
                <a:cs typeface="Bookman Old Style"/>
              </a:rPr>
              <a:t>|IT22295842</a:t>
            </a:r>
            <a:endParaRPr sz="28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836" y="3670"/>
            <a:ext cx="1759928" cy="31197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86746"/>
            <a:ext cx="1903483" cy="305774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01626" y="9258300"/>
            <a:ext cx="3238499" cy="82867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698930" y="0"/>
            <a:ext cx="3598545" cy="3092450"/>
            <a:chOff x="14698930" y="0"/>
            <a:chExt cx="3598545" cy="3092450"/>
          </a:xfrm>
        </p:grpSpPr>
        <p:sp>
          <p:nvSpPr>
            <p:cNvPr id="6" name="object 6"/>
            <p:cNvSpPr/>
            <p:nvPr/>
          </p:nvSpPr>
          <p:spPr>
            <a:xfrm>
              <a:off x="14698930" y="0"/>
              <a:ext cx="3589654" cy="3092450"/>
            </a:xfrm>
            <a:custGeom>
              <a:avLst/>
              <a:gdLst/>
              <a:ahLst/>
              <a:cxnLst/>
              <a:rect l="l" t="t" r="r" b="b"/>
              <a:pathLst>
                <a:path w="3589655" h="3092450">
                  <a:moveTo>
                    <a:pt x="3589069" y="3091834"/>
                  </a:moveTo>
                  <a:lnTo>
                    <a:pt x="3335101" y="3019436"/>
                  </a:lnTo>
                  <a:lnTo>
                    <a:pt x="3290987" y="2994036"/>
                  </a:lnTo>
                  <a:lnTo>
                    <a:pt x="3159095" y="2955936"/>
                  </a:lnTo>
                  <a:lnTo>
                    <a:pt x="3115289" y="2930536"/>
                  </a:lnTo>
                  <a:lnTo>
                    <a:pt x="3027924" y="2905136"/>
                  </a:lnTo>
                  <a:lnTo>
                    <a:pt x="2984371" y="2879736"/>
                  </a:lnTo>
                  <a:lnTo>
                    <a:pt x="2940906" y="2867036"/>
                  </a:lnTo>
                  <a:lnTo>
                    <a:pt x="2897533" y="2841636"/>
                  </a:lnTo>
                  <a:lnTo>
                    <a:pt x="2854253" y="2828936"/>
                  </a:lnTo>
                  <a:lnTo>
                    <a:pt x="2811068" y="2803536"/>
                  </a:lnTo>
                  <a:lnTo>
                    <a:pt x="2767981" y="2790836"/>
                  </a:lnTo>
                  <a:lnTo>
                    <a:pt x="2682108" y="2740036"/>
                  </a:lnTo>
                  <a:lnTo>
                    <a:pt x="2639327" y="2727336"/>
                  </a:lnTo>
                  <a:lnTo>
                    <a:pt x="2554086" y="2676536"/>
                  </a:lnTo>
                  <a:lnTo>
                    <a:pt x="2523023" y="2667244"/>
                  </a:lnTo>
                  <a:lnTo>
                    <a:pt x="2193978" y="2471202"/>
                  </a:lnTo>
                  <a:lnTo>
                    <a:pt x="2054564" y="2384436"/>
                  </a:lnTo>
                  <a:lnTo>
                    <a:pt x="1857071" y="2257436"/>
                  </a:lnTo>
                  <a:lnTo>
                    <a:pt x="1818454" y="2219336"/>
                  </a:lnTo>
                  <a:lnTo>
                    <a:pt x="1666940" y="2117736"/>
                  </a:lnTo>
                  <a:lnTo>
                    <a:pt x="1629803" y="2079636"/>
                  </a:lnTo>
                  <a:lnTo>
                    <a:pt x="1556423" y="2028836"/>
                  </a:lnTo>
                  <a:lnTo>
                    <a:pt x="1520182" y="1990736"/>
                  </a:lnTo>
                  <a:lnTo>
                    <a:pt x="1484239" y="1965336"/>
                  </a:lnTo>
                  <a:lnTo>
                    <a:pt x="1448597" y="1927236"/>
                  </a:lnTo>
                  <a:lnTo>
                    <a:pt x="1378215" y="1876436"/>
                  </a:lnTo>
                  <a:lnTo>
                    <a:pt x="1343476" y="1838336"/>
                  </a:lnTo>
                  <a:lnTo>
                    <a:pt x="1309040" y="1812936"/>
                  </a:lnTo>
                  <a:lnTo>
                    <a:pt x="1274906" y="1774836"/>
                  </a:lnTo>
                  <a:lnTo>
                    <a:pt x="1241076" y="1749436"/>
                  </a:lnTo>
                  <a:lnTo>
                    <a:pt x="1174327" y="1673236"/>
                  </a:lnTo>
                  <a:lnTo>
                    <a:pt x="1141410" y="1647836"/>
                  </a:lnTo>
                  <a:lnTo>
                    <a:pt x="1108799" y="1609736"/>
                  </a:lnTo>
                  <a:lnTo>
                    <a:pt x="1076494" y="1584336"/>
                  </a:lnTo>
                  <a:lnTo>
                    <a:pt x="1012804" y="1508136"/>
                  </a:lnTo>
                  <a:lnTo>
                    <a:pt x="981421" y="1482736"/>
                  </a:lnTo>
                  <a:lnTo>
                    <a:pt x="919580" y="1406536"/>
                  </a:lnTo>
                  <a:lnTo>
                    <a:pt x="889123" y="1381136"/>
                  </a:lnTo>
                  <a:lnTo>
                    <a:pt x="799616" y="1266836"/>
                  </a:lnTo>
                  <a:lnTo>
                    <a:pt x="770403" y="1241436"/>
                  </a:lnTo>
                  <a:lnTo>
                    <a:pt x="656678" y="1089036"/>
                  </a:lnTo>
                  <a:lnTo>
                    <a:pt x="629032" y="1050936"/>
                  </a:lnTo>
                  <a:lnTo>
                    <a:pt x="601701" y="1025536"/>
                  </a:lnTo>
                  <a:lnTo>
                    <a:pt x="495538" y="873136"/>
                  </a:lnTo>
                  <a:lnTo>
                    <a:pt x="394460" y="720736"/>
                  </a:lnTo>
                  <a:lnTo>
                    <a:pt x="298503" y="568336"/>
                  </a:lnTo>
                  <a:lnTo>
                    <a:pt x="229917" y="454036"/>
                  </a:lnTo>
                  <a:lnTo>
                    <a:pt x="207702" y="403236"/>
                  </a:lnTo>
                  <a:lnTo>
                    <a:pt x="122094" y="250836"/>
                  </a:lnTo>
                  <a:lnTo>
                    <a:pt x="81248" y="174636"/>
                  </a:lnTo>
                  <a:lnTo>
                    <a:pt x="61316" y="123836"/>
                  </a:lnTo>
                  <a:lnTo>
                    <a:pt x="3494" y="9536"/>
                  </a:lnTo>
                  <a:lnTo>
                    <a:pt x="0" y="0"/>
                  </a:lnTo>
                  <a:lnTo>
                    <a:pt x="3589069" y="0"/>
                  </a:lnTo>
                  <a:lnTo>
                    <a:pt x="3589069" y="3091834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44675" y="0"/>
              <a:ext cx="2943860" cy="2950845"/>
            </a:xfrm>
            <a:custGeom>
              <a:avLst/>
              <a:gdLst/>
              <a:ahLst/>
              <a:cxnLst/>
              <a:rect l="l" t="t" r="r" b="b"/>
              <a:pathLst>
                <a:path w="2943859" h="2950845">
                  <a:moveTo>
                    <a:pt x="2943324" y="2950694"/>
                  </a:moveTo>
                  <a:lnTo>
                    <a:pt x="2901906" y="2938541"/>
                  </a:lnTo>
                  <a:lnTo>
                    <a:pt x="2858722" y="2913141"/>
                  </a:lnTo>
                  <a:lnTo>
                    <a:pt x="2815634" y="2900441"/>
                  </a:lnTo>
                  <a:lnTo>
                    <a:pt x="2729762" y="2849641"/>
                  </a:lnTo>
                  <a:lnTo>
                    <a:pt x="2686981" y="2836941"/>
                  </a:lnTo>
                  <a:lnTo>
                    <a:pt x="2601740" y="2786141"/>
                  </a:lnTo>
                  <a:lnTo>
                    <a:pt x="2241628" y="2580805"/>
                  </a:lnTo>
                  <a:lnTo>
                    <a:pt x="2102218" y="2494041"/>
                  </a:lnTo>
                  <a:lnTo>
                    <a:pt x="1904725" y="2367041"/>
                  </a:lnTo>
                  <a:lnTo>
                    <a:pt x="1866108" y="2328941"/>
                  </a:lnTo>
                  <a:lnTo>
                    <a:pt x="1714594" y="2227341"/>
                  </a:lnTo>
                  <a:lnTo>
                    <a:pt x="1677457" y="2189241"/>
                  </a:lnTo>
                  <a:lnTo>
                    <a:pt x="1604077" y="2138441"/>
                  </a:lnTo>
                  <a:lnTo>
                    <a:pt x="1567836" y="2100341"/>
                  </a:lnTo>
                  <a:lnTo>
                    <a:pt x="1531893" y="2074941"/>
                  </a:lnTo>
                  <a:lnTo>
                    <a:pt x="1496251" y="2036841"/>
                  </a:lnTo>
                  <a:lnTo>
                    <a:pt x="1425869" y="1986041"/>
                  </a:lnTo>
                  <a:lnTo>
                    <a:pt x="1391130" y="1947941"/>
                  </a:lnTo>
                  <a:lnTo>
                    <a:pt x="1356694" y="1922541"/>
                  </a:lnTo>
                  <a:lnTo>
                    <a:pt x="1322560" y="1884441"/>
                  </a:lnTo>
                  <a:lnTo>
                    <a:pt x="1288730" y="1859041"/>
                  </a:lnTo>
                  <a:lnTo>
                    <a:pt x="1221981" y="1782841"/>
                  </a:lnTo>
                  <a:lnTo>
                    <a:pt x="1189064" y="1757441"/>
                  </a:lnTo>
                  <a:lnTo>
                    <a:pt x="1156453" y="1719341"/>
                  </a:lnTo>
                  <a:lnTo>
                    <a:pt x="1124148" y="1693941"/>
                  </a:lnTo>
                  <a:lnTo>
                    <a:pt x="1060458" y="1617741"/>
                  </a:lnTo>
                  <a:lnTo>
                    <a:pt x="1029075" y="1592341"/>
                  </a:lnTo>
                  <a:lnTo>
                    <a:pt x="967234" y="1516141"/>
                  </a:lnTo>
                  <a:lnTo>
                    <a:pt x="936777" y="1490741"/>
                  </a:lnTo>
                  <a:lnTo>
                    <a:pt x="847270" y="1376441"/>
                  </a:lnTo>
                  <a:lnTo>
                    <a:pt x="818056" y="1351041"/>
                  </a:lnTo>
                  <a:lnTo>
                    <a:pt x="704332" y="1198641"/>
                  </a:lnTo>
                  <a:lnTo>
                    <a:pt x="676686" y="1160541"/>
                  </a:lnTo>
                  <a:lnTo>
                    <a:pt x="649355" y="1135141"/>
                  </a:lnTo>
                  <a:lnTo>
                    <a:pt x="543192" y="982741"/>
                  </a:lnTo>
                  <a:lnTo>
                    <a:pt x="442114" y="830341"/>
                  </a:lnTo>
                  <a:lnTo>
                    <a:pt x="346157" y="677941"/>
                  </a:lnTo>
                  <a:lnTo>
                    <a:pt x="277571" y="563641"/>
                  </a:lnTo>
                  <a:lnTo>
                    <a:pt x="255356" y="512841"/>
                  </a:lnTo>
                  <a:lnTo>
                    <a:pt x="169748" y="360441"/>
                  </a:lnTo>
                  <a:lnTo>
                    <a:pt x="128902" y="284241"/>
                  </a:lnTo>
                  <a:lnTo>
                    <a:pt x="108970" y="233441"/>
                  </a:lnTo>
                  <a:lnTo>
                    <a:pt x="51148" y="119141"/>
                  </a:lnTo>
                  <a:lnTo>
                    <a:pt x="32533" y="68341"/>
                  </a:lnTo>
                  <a:lnTo>
                    <a:pt x="0" y="0"/>
                  </a:lnTo>
                  <a:lnTo>
                    <a:pt x="2943324" y="0"/>
                  </a:lnTo>
                  <a:lnTo>
                    <a:pt x="2943324" y="2950694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70685" y="0"/>
              <a:ext cx="3017314" cy="24691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33573" y="0"/>
              <a:ext cx="2063785" cy="1805895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8808070" y="2417042"/>
            <a:ext cx="152400" cy="5610225"/>
          </a:xfrm>
          <a:custGeom>
            <a:avLst/>
            <a:gdLst/>
            <a:ahLst/>
            <a:cxnLst/>
            <a:rect l="l" t="t" r="r" b="b"/>
            <a:pathLst>
              <a:path w="152400" h="5610225">
                <a:moveTo>
                  <a:pt x="152399" y="0"/>
                </a:moveTo>
                <a:lnTo>
                  <a:pt x="152399" y="5610168"/>
                </a:lnTo>
                <a:lnTo>
                  <a:pt x="0" y="5610168"/>
                </a:lnTo>
                <a:lnTo>
                  <a:pt x="0" y="0"/>
                </a:lnTo>
                <a:lnTo>
                  <a:pt x="152399" y="0"/>
                </a:lnTo>
                <a:close/>
              </a:path>
            </a:pathLst>
          </a:custGeom>
          <a:solidFill>
            <a:srgbClr val="E72F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212924" y="3891020"/>
            <a:ext cx="281940" cy="36830"/>
          </a:xfrm>
          <a:custGeom>
            <a:avLst/>
            <a:gdLst/>
            <a:ahLst/>
            <a:cxnLst/>
            <a:rect l="l" t="t" r="r" b="b"/>
            <a:pathLst>
              <a:path w="281940" h="36829">
                <a:moveTo>
                  <a:pt x="264433" y="36525"/>
                </a:moveTo>
                <a:lnTo>
                  <a:pt x="17389" y="36525"/>
                </a:lnTo>
                <a:lnTo>
                  <a:pt x="4347" y="30818"/>
                </a:lnTo>
                <a:lnTo>
                  <a:pt x="0" y="18262"/>
                </a:lnTo>
                <a:lnTo>
                  <a:pt x="4347" y="5707"/>
                </a:lnTo>
                <a:lnTo>
                  <a:pt x="17389" y="0"/>
                </a:lnTo>
                <a:lnTo>
                  <a:pt x="264433" y="0"/>
                </a:lnTo>
                <a:lnTo>
                  <a:pt x="277475" y="5707"/>
                </a:lnTo>
                <a:lnTo>
                  <a:pt x="281822" y="18262"/>
                </a:lnTo>
                <a:lnTo>
                  <a:pt x="277475" y="30818"/>
                </a:lnTo>
                <a:lnTo>
                  <a:pt x="264433" y="3652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212923" y="3808094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19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63" y="0"/>
                </a:lnTo>
                <a:lnTo>
                  <a:pt x="179438" y="5816"/>
                </a:lnTo>
                <a:lnTo>
                  <a:pt x="173824" y="17691"/>
                </a:lnTo>
                <a:lnTo>
                  <a:pt x="179336" y="30797"/>
                </a:lnTo>
                <a:lnTo>
                  <a:pt x="301002" y="146608"/>
                </a:lnTo>
                <a:lnTo>
                  <a:pt x="275666" y="173164"/>
                </a:lnTo>
                <a:lnTo>
                  <a:pt x="264426" y="168236"/>
                </a:lnTo>
                <a:lnTo>
                  <a:pt x="17386" y="168236"/>
                </a:lnTo>
                <a:lnTo>
                  <a:pt x="4343" y="173990"/>
                </a:lnTo>
                <a:lnTo>
                  <a:pt x="0" y="186537"/>
                </a:lnTo>
                <a:lnTo>
                  <a:pt x="4343" y="199072"/>
                </a:lnTo>
                <a:lnTo>
                  <a:pt x="17386" y="204762"/>
                </a:lnTo>
                <a:lnTo>
                  <a:pt x="245491" y="204762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47" y="276771"/>
                </a:lnTo>
                <a:lnTo>
                  <a:pt x="339356" y="158877"/>
                </a:lnTo>
                <a:lnTo>
                  <a:pt x="343154" y="152882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811908" y="2262827"/>
            <a:ext cx="326771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34" dirty="0">
                <a:solidFill>
                  <a:srgbClr val="080882"/>
                </a:solidFill>
              </a:rPr>
              <a:t>PROBLEM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spc="-225" dirty="0"/>
              <a:t>Prices</a:t>
            </a:r>
            <a:r>
              <a:rPr spc="-215" dirty="0"/>
              <a:t> </a:t>
            </a:r>
            <a:r>
              <a:rPr spc="-240" dirty="0"/>
              <a:t>change</a:t>
            </a:r>
            <a:r>
              <a:rPr spc="-215" dirty="0"/>
              <a:t> </a:t>
            </a:r>
            <a:r>
              <a:rPr spc="-175" dirty="0"/>
              <a:t>dramatically</a:t>
            </a:r>
            <a:r>
              <a:rPr spc="-215" dirty="0"/>
              <a:t> </a:t>
            </a:r>
            <a:r>
              <a:rPr spc="-10" dirty="0"/>
              <a:t>every</a:t>
            </a:r>
          </a:p>
          <a:p>
            <a:pPr marL="12700" marR="5080">
              <a:lnSpc>
                <a:spcPct val="151800"/>
              </a:lnSpc>
            </a:pPr>
            <a:r>
              <a:rPr spc="-225" dirty="0"/>
              <a:t>Farmers</a:t>
            </a:r>
            <a:r>
              <a:rPr spc="-245" dirty="0"/>
              <a:t> </a:t>
            </a:r>
            <a:r>
              <a:rPr spc="-185" dirty="0"/>
              <a:t>sell</a:t>
            </a:r>
            <a:r>
              <a:rPr spc="-245" dirty="0"/>
              <a:t> </a:t>
            </a:r>
            <a:r>
              <a:rPr spc="-195" dirty="0"/>
              <a:t>at</a:t>
            </a:r>
            <a:r>
              <a:rPr spc="-245" dirty="0"/>
              <a:t> </a:t>
            </a:r>
            <a:r>
              <a:rPr spc="-225" dirty="0"/>
              <a:t>wrong</a:t>
            </a:r>
            <a:r>
              <a:rPr spc="-245" dirty="0"/>
              <a:t> </a:t>
            </a:r>
            <a:r>
              <a:rPr spc="-165" dirty="0"/>
              <a:t>time</a:t>
            </a:r>
            <a:r>
              <a:rPr spc="-245" dirty="0"/>
              <a:t> </a:t>
            </a:r>
            <a:r>
              <a:rPr spc="-160" dirty="0"/>
              <a:t>and</a:t>
            </a:r>
            <a:r>
              <a:rPr spc="-245" dirty="0"/>
              <a:t> </a:t>
            </a:r>
            <a:r>
              <a:rPr spc="-195" dirty="0"/>
              <a:t>lose</a:t>
            </a:r>
            <a:r>
              <a:rPr spc="-245" dirty="0"/>
              <a:t> </a:t>
            </a:r>
            <a:r>
              <a:rPr spc="-10" dirty="0"/>
              <a:t>money </a:t>
            </a:r>
            <a:r>
              <a:rPr spc="-150" dirty="0"/>
              <a:t>No</a:t>
            </a:r>
            <a:r>
              <a:rPr spc="-235" dirty="0"/>
              <a:t> </a:t>
            </a:r>
            <a:r>
              <a:rPr spc="-225" dirty="0"/>
              <a:t>system</a:t>
            </a:r>
            <a:r>
              <a:rPr spc="-235" dirty="0"/>
              <a:t> </a:t>
            </a:r>
            <a:r>
              <a:rPr spc="-190" dirty="0"/>
              <a:t>connecting</a:t>
            </a:r>
            <a:r>
              <a:rPr spc="-235" dirty="0"/>
              <a:t> </a:t>
            </a:r>
            <a:r>
              <a:rPr spc="-220" dirty="0"/>
              <a:t>weather</a:t>
            </a:r>
            <a:r>
              <a:rPr spc="-235" dirty="0"/>
              <a:t> </a:t>
            </a:r>
            <a:r>
              <a:rPr spc="-390" dirty="0"/>
              <a:t>+</a:t>
            </a:r>
            <a:r>
              <a:rPr spc="-235" dirty="0"/>
              <a:t> </a:t>
            </a:r>
            <a:r>
              <a:rPr spc="-215" dirty="0"/>
              <a:t>market</a:t>
            </a:r>
            <a:r>
              <a:rPr spc="-235" dirty="0"/>
              <a:t> </a:t>
            </a:r>
            <a:r>
              <a:rPr spc="-110" dirty="0"/>
              <a:t>data </a:t>
            </a:r>
            <a:r>
              <a:rPr spc="-260" dirty="0"/>
              <a:t>Black</a:t>
            </a:r>
            <a:r>
              <a:rPr spc="-254" dirty="0"/>
              <a:t> </a:t>
            </a:r>
            <a:r>
              <a:rPr spc="-225" dirty="0"/>
              <a:t>box</a:t>
            </a:r>
            <a:r>
              <a:rPr spc="-250" dirty="0"/>
              <a:t> </a:t>
            </a:r>
            <a:r>
              <a:rPr spc="-170" dirty="0"/>
              <a:t>price</a:t>
            </a:r>
            <a:r>
              <a:rPr spc="-250" dirty="0"/>
              <a:t> </a:t>
            </a:r>
            <a:r>
              <a:rPr spc="-30" dirty="0"/>
              <a:t>prediction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663561" y="2262827"/>
            <a:ext cx="7561580" cy="4474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62000" algn="ctr">
              <a:lnSpc>
                <a:spcPct val="100000"/>
              </a:lnSpc>
              <a:spcBef>
                <a:spcPts val="100"/>
              </a:spcBef>
            </a:pPr>
            <a:r>
              <a:rPr sz="5200" spc="-440" dirty="0">
                <a:solidFill>
                  <a:srgbClr val="080882"/>
                </a:solidFill>
                <a:latin typeface="Arial Black"/>
                <a:cs typeface="Arial Black"/>
              </a:rPr>
              <a:t>SOLUTION</a:t>
            </a:r>
            <a:endParaRPr sz="5200">
              <a:latin typeface="Arial Black"/>
              <a:cs typeface="Arial Black"/>
            </a:endParaRPr>
          </a:p>
          <a:p>
            <a:pPr marL="12700" marR="5080">
              <a:lnSpc>
                <a:spcPct val="151800"/>
              </a:lnSpc>
              <a:spcBef>
                <a:spcPts val="3290"/>
              </a:spcBef>
            </a:pPr>
            <a:r>
              <a:rPr sz="2800" spc="-180" dirty="0">
                <a:latin typeface="Arial Black"/>
                <a:cs typeface="Arial Black"/>
              </a:rPr>
              <a:t>What</a:t>
            </a:r>
            <a:r>
              <a:rPr sz="2800" spc="-260" dirty="0">
                <a:latin typeface="Arial Black"/>
                <a:cs typeface="Arial Black"/>
              </a:rPr>
              <a:t> </a:t>
            </a:r>
            <a:r>
              <a:rPr sz="2800" spc="-190" dirty="0">
                <a:latin typeface="Arial Black"/>
                <a:cs typeface="Arial Black"/>
              </a:rPr>
              <a:t>will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be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45" dirty="0">
                <a:latin typeface="Arial Black"/>
                <a:cs typeface="Arial Black"/>
              </a:rPr>
              <a:t>the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70" dirty="0">
                <a:latin typeface="Arial Black"/>
                <a:cs typeface="Arial Black"/>
              </a:rPr>
              <a:t>price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20" dirty="0">
                <a:latin typeface="Arial Black"/>
                <a:cs typeface="Arial Black"/>
              </a:rPr>
              <a:t>on</a:t>
            </a:r>
            <a:r>
              <a:rPr sz="2800" spc="-260" dirty="0">
                <a:latin typeface="Arial Black"/>
                <a:cs typeface="Arial Black"/>
              </a:rPr>
              <a:t> </a:t>
            </a:r>
            <a:r>
              <a:rPr sz="2800" spc="-170" dirty="0">
                <a:latin typeface="Arial Black"/>
                <a:cs typeface="Arial Black"/>
              </a:rPr>
              <a:t>this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50" dirty="0">
                <a:latin typeface="Arial Black"/>
                <a:cs typeface="Arial Black"/>
              </a:rPr>
              <a:t>particular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50" dirty="0">
                <a:latin typeface="Arial Black"/>
                <a:cs typeface="Arial Black"/>
              </a:rPr>
              <a:t>day </a:t>
            </a:r>
            <a:r>
              <a:rPr sz="2800" spc="-180" dirty="0">
                <a:latin typeface="Arial Black"/>
                <a:cs typeface="Arial Black"/>
              </a:rPr>
              <a:t>What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is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45" dirty="0">
                <a:latin typeface="Arial Black"/>
                <a:cs typeface="Arial Black"/>
              </a:rPr>
              <a:t>the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85" dirty="0">
                <a:latin typeface="Arial Black"/>
                <a:cs typeface="Arial Black"/>
              </a:rPr>
              <a:t>best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65" dirty="0">
                <a:latin typeface="Arial Black"/>
                <a:cs typeface="Arial Black"/>
              </a:rPr>
              <a:t>day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10" dirty="0">
                <a:latin typeface="Arial Black"/>
                <a:cs typeface="Arial Black"/>
              </a:rPr>
              <a:t>to</a:t>
            </a:r>
            <a:r>
              <a:rPr sz="2800" spc="-254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sell?</a:t>
            </a:r>
            <a:endParaRPr sz="2800">
              <a:latin typeface="Arial Black"/>
              <a:cs typeface="Arial Black"/>
            </a:endParaRPr>
          </a:p>
          <a:p>
            <a:pPr marL="12700" marR="519430">
              <a:lnSpc>
                <a:spcPct val="151800"/>
              </a:lnSpc>
            </a:pPr>
            <a:r>
              <a:rPr sz="2800" spc="-250" dirty="0">
                <a:latin typeface="Arial Black"/>
                <a:cs typeface="Arial Black"/>
              </a:rPr>
              <a:t>How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190" dirty="0">
                <a:latin typeface="Arial Black"/>
                <a:cs typeface="Arial Black"/>
              </a:rPr>
              <a:t>does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45" dirty="0">
                <a:latin typeface="Arial Black"/>
                <a:cs typeface="Arial Black"/>
              </a:rPr>
              <a:t>the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220" dirty="0">
                <a:latin typeface="Arial Black"/>
                <a:cs typeface="Arial Black"/>
              </a:rPr>
              <a:t>weather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60" dirty="0">
                <a:latin typeface="Arial Black"/>
                <a:cs typeface="Arial Black"/>
              </a:rPr>
              <a:t>affect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145" dirty="0">
                <a:latin typeface="Arial Black"/>
                <a:cs typeface="Arial Black"/>
              </a:rPr>
              <a:t>the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price? </a:t>
            </a:r>
            <a:r>
              <a:rPr sz="2800" spc="-180" dirty="0">
                <a:latin typeface="Arial Black"/>
                <a:cs typeface="Arial Black"/>
              </a:rPr>
              <a:t>What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10" dirty="0">
                <a:latin typeface="Arial Black"/>
                <a:cs typeface="Arial Black"/>
              </a:rPr>
              <a:t>are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145" dirty="0">
                <a:latin typeface="Arial Black"/>
                <a:cs typeface="Arial Black"/>
              </a:rPr>
              <a:t>the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190" dirty="0">
                <a:latin typeface="Arial Black"/>
                <a:cs typeface="Arial Black"/>
              </a:rPr>
              <a:t>latest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215" dirty="0">
                <a:latin typeface="Arial Black"/>
                <a:cs typeface="Arial Black"/>
              </a:rPr>
              <a:t>market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280" dirty="0">
                <a:latin typeface="Arial Black"/>
                <a:cs typeface="Arial Black"/>
              </a:rPr>
              <a:t>news</a:t>
            </a:r>
            <a:r>
              <a:rPr sz="2800" spc="-250" dirty="0">
                <a:latin typeface="Arial Black"/>
                <a:cs typeface="Arial Black"/>
              </a:rPr>
              <a:t> </a:t>
            </a:r>
            <a:r>
              <a:rPr sz="2800" spc="-210" dirty="0">
                <a:latin typeface="Arial Black"/>
                <a:cs typeface="Arial Black"/>
              </a:rPr>
              <a:t>signals? </a:t>
            </a:r>
            <a:r>
              <a:rPr sz="2800" spc="-250" dirty="0">
                <a:latin typeface="Arial Black"/>
                <a:cs typeface="Arial Black"/>
              </a:rPr>
              <a:t>How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140" dirty="0">
                <a:latin typeface="Arial Black"/>
                <a:cs typeface="Arial Black"/>
              </a:rPr>
              <a:t>confident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235" dirty="0">
                <a:latin typeface="Arial Black"/>
                <a:cs typeface="Arial Black"/>
              </a:rPr>
              <a:t>is</a:t>
            </a:r>
            <a:r>
              <a:rPr sz="2800" spc="-240" dirty="0">
                <a:latin typeface="Arial Black"/>
                <a:cs typeface="Arial Black"/>
              </a:rPr>
              <a:t> </a:t>
            </a:r>
            <a:r>
              <a:rPr sz="2800" spc="-145" dirty="0">
                <a:latin typeface="Arial Black"/>
                <a:cs typeface="Arial Black"/>
              </a:rPr>
              <a:t>the</a:t>
            </a:r>
            <a:r>
              <a:rPr sz="2800" spc="-245" dirty="0">
                <a:latin typeface="Arial Black"/>
                <a:cs typeface="Arial Black"/>
              </a:rPr>
              <a:t> </a:t>
            </a:r>
            <a:r>
              <a:rPr sz="2800" spc="-60" dirty="0">
                <a:latin typeface="Arial Black"/>
                <a:cs typeface="Arial Black"/>
              </a:rPr>
              <a:t>prediction?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12923" y="4466411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48"/>
                </a:moveTo>
                <a:lnTo>
                  <a:pt x="343319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63" y="0"/>
                </a:lnTo>
                <a:lnTo>
                  <a:pt x="179438" y="5829"/>
                </a:lnTo>
                <a:lnTo>
                  <a:pt x="173824" y="17691"/>
                </a:lnTo>
                <a:lnTo>
                  <a:pt x="179336" y="30810"/>
                </a:lnTo>
                <a:lnTo>
                  <a:pt x="234086" y="82931"/>
                </a:lnTo>
                <a:lnTo>
                  <a:pt x="17386" y="82931"/>
                </a:lnTo>
                <a:lnTo>
                  <a:pt x="4343" y="88646"/>
                </a:lnTo>
                <a:lnTo>
                  <a:pt x="0" y="101193"/>
                </a:lnTo>
                <a:lnTo>
                  <a:pt x="4343" y="113753"/>
                </a:lnTo>
                <a:lnTo>
                  <a:pt x="17386" y="119456"/>
                </a:lnTo>
                <a:lnTo>
                  <a:pt x="264426" y="119456"/>
                </a:lnTo>
                <a:lnTo>
                  <a:pt x="269938" y="117055"/>
                </a:lnTo>
                <a:lnTo>
                  <a:pt x="301002" y="146608"/>
                </a:lnTo>
                <a:lnTo>
                  <a:pt x="275666" y="173164"/>
                </a:lnTo>
                <a:lnTo>
                  <a:pt x="264426" y="168236"/>
                </a:lnTo>
                <a:lnTo>
                  <a:pt x="17386" y="168236"/>
                </a:lnTo>
                <a:lnTo>
                  <a:pt x="4343" y="173990"/>
                </a:lnTo>
                <a:lnTo>
                  <a:pt x="0" y="186537"/>
                </a:lnTo>
                <a:lnTo>
                  <a:pt x="4343" y="199072"/>
                </a:lnTo>
                <a:lnTo>
                  <a:pt x="17386" y="204762"/>
                </a:lnTo>
                <a:lnTo>
                  <a:pt x="245491" y="204762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47" y="276771"/>
                </a:lnTo>
                <a:lnTo>
                  <a:pt x="339356" y="158877"/>
                </a:lnTo>
                <a:lnTo>
                  <a:pt x="343154" y="152882"/>
                </a:lnTo>
                <a:lnTo>
                  <a:pt x="344538" y="145948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212923" y="5128513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19" y="139014"/>
                </a:lnTo>
                <a:lnTo>
                  <a:pt x="339356" y="133083"/>
                </a:lnTo>
                <a:lnTo>
                  <a:pt x="204812" y="5016"/>
                </a:lnTo>
                <a:lnTo>
                  <a:pt x="191363" y="0"/>
                </a:lnTo>
                <a:lnTo>
                  <a:pt x="179438" y="5816"/>
                </a:lnTo>
                <a:lnTo>
                  <a:pt x="173824" y="17678"/>
                </a:lnTo>
                <a:lnTo>
                  <a:pt x="179336" y="30797"/>
                </a:lnTo>
                <a:lnTo>
                  <a:pt x="234099" y="82931"/>
                </a:lnTo>
                <a:lnTo>
                  <a:pt x="17386" y="82931"/>
                </a:lnTo>
                <a:lnTo>
                  <a:pt x="4343" y="88633"/>
                </a:lnTo>
                <a:lnTo>
                  <a:pt x="0" y="101193"/>
                </a:lnTo>
                <a:lnTo>
                  <a:pt x="4343" y="113741"/>
                </a:lnTo>
                <a:lnTo>
                  <a:pt x="17386" y="119456"/>
                </a:lnTo>
                <a:lnTo>
                  <a:pt x="264426" y="119456"/>
                </a:lnTo>
                <a:lnTo>
                  <a:pt x="269938" y="117043"/>
                </a:lnTo>
                <a:lnTo>
                  <a:pt x="301002" y="146596"/>
                </a:lnTo>
                <a:lnTo>
                  <a:pt x="275653" y="173151"/>
                </a:lnTo>
                <a:lnTo>
                  <a:pt x="264426" y="168224"/>
                </a:lnTo>
                <a:lnTo>
                  <a:pt x="17386" y="168224"/>
                </a:lnTo>
                <a:lnTo>
                  <a:pt x="4343" y="173977"/>
                </a:lnTo>
                <a:lnTo>
                  <a:pt x="0" y="186537"/>
                </a:lnTo>
                <a:lnTo>
                  <a:pt x="4343" y="199059"/>
                </a:lnTo>
                <a:lnTo>
                  <a:pt x="17386" y="204749"/>
                </a:lnTo>
                <a:lnTo>
                  <a:pt x="245503" y="204749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70"/>
                </a:lnTo>
                <a:lnTo>
                  <a:pt x="226847" y="276758"/>
                </a:lnTo>
                <a:lnTo>
                  <a:pt x="339356" y="158864"/>
                </a:lnTo>
                <a:lnTo>
                  <a:pt x="343154" y="152869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212923" y="5733351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19" y="139026"/>
                </a:lnTo>
                <a:lnTo>
                  <a:pt x="339356" y="133096"/>
                </a:lnTo>
                <a:lnTo>
                  <a:pt x="204812" y="5016"/>
                </a:lnTo>
                <a:lnTo>
                  <a:pt x="191363" y="0"/>
                </a:lnTo>
                <a:lnTo>
                  <a:pt x="179438" y="5816"/>
                </a:lnTo>
                <a:lnTo>
                  <a:pt x="173824" y="17678"/>
                </a:lnTo>
                <a:lnTo>
                  <a:pt x="179336" y="30797"/>
                </a:lnTo>
                <a:lnTo>
                  <a:pt x="234099" y="82931"/>
                </a:lnTo>
                <a:lnTo>
                  <a:pt x="17386" y="82931"/>
                </a:lnTo>
                <a:lnTo>
                  <a:pt x="4343" y="88633"/>
                </a:lnTo>
                <a:lnTo>
                  <a:pt x="0" y="101193"/>
                </a:lnTo>
                <a:lnTo>
                  <a:pt x="4343" y="113741"/>
                </a:lnTo>
                <a:lnTo>
                  <a:pt x="17386" y="119456"/>
                </a:lnTo>
                <a:lnTo>
                  <a:pt x="264426" y="119456"/>
                </a:lnTo>
                <a:lnTo>
                  <a:pt x="269938" y="117043"/>
                </a:lnTo>
                <a:lnTo>
                  <a:pt x="301002" y="146596"/>
                </a:lnTo>
                <a:lnTo>
                  <a:pt x="275653" y="173151"/>
                </a:lnTo>
                <a:lnTo>
                  <a:pt x="264426" y="168224"/>
                </a:lnTo>
                <a:lnTo>
                  <a:pt x="17386" y="168224"/>
                </a:lnTo>
                <a:lnTo>
                  <a:pt x="4343" y="173990"/>
                </a:lnTo>
                <a:lnTo>
                  <a:pt x="0" y="186537"/>
                </a:lnTo>
                <a:lnTo>
                  <a:pt x="4343" y="199059"/>
                </a:lnTo>
                <a:lnTo>
                  <a:pt x="17386" y="204749"/>
                </a:lnTo>
                <a:lnTo>
                  <a:pt x="245503" y="204749"/>
                </a:lnTo>
                <a:lnTo>
                  <a:pt x="201383" y="250990"/>
                </a:lnTo>
                <a:lnTo>
                  <a:pt x="196303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47" y="276771"/>
                </a:lnTo>
                <a:lnTo>
                  <a:pt x="339356" y="158864"/>
                </a:lnTo>
                <a:lnTo>
                  <a:pt x="343154" y="152869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96223" y="6385915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4" h="282575">
                <a:moveTo>
                  <a:pt x="344538" y="145935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16"/>
                </a:lnTo>
                <a:lnTo>
                  <a:pt x="173837" y="17691"/>
                </a:lnTo>
                <a:lnTo>
                  <a:pt x="179349" y="30797"/>
                </a:lnTo>
                <a:lnTo>
                  <a:pt x="234111" y="82931"/>
                </a:lnTo>
                <a:lnTo>
                  <a:pt x="17386" y="82931"/>
                </a:lnTo>
                <a:lnTo>
                  <a:pt x="4356" y="88633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03" y="204762"/>
                </a:lnTo>
                <a:lnTo>
                  <a:pt x="201396" y="250990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4528" y="3918000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35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16"/>
                </a:lnTo>
                <a:lnTo>
                  <a:pt x="173837" y="17691"/>
                </a:lnTo>
                <a:lnTo>
                  <a:pt x="179349" y="30797"/>
                </a:lnTo>
                <a:lnTo>
                  <a:pt x="234111" y="82931"/>
                </a:lnTo>
                <a:lnTo>
                  <a:pt x="17386" y="82931"/>
                </a:lnTo>
                <a:lnTo>
                  <a:pt x="4356" y="88633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43"/>
                </a:lnTo>
                <a:lnTo>
                  <a:pt x="301015" y="146596"/>
                </a:lnTo>
                <a:lnTo>
                  <a:pt x="275666" y="173151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03" y="204762"/>
                </a:lnTo>
                <a:lnTo>
                  <a:pt x="201396" y="250990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64"/>
                </a:lnTo>
                <a:lnTo>
                  <a:pt x="343166" y="152869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528" y="4576317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35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16"/>
                </a:lnTo>
                <a:lnTo>
                  <a:pt x="173837" y="17691"/>
                </a:lnTo>
                <a:lnTo>
                  <a:pt x="179349" y="30797"/>
                </a:lnTo>
                <a:lnTo>
                  <a:pt x="234111" y="82931"/>
                </a:lnTo>
                <a:lnTo>
                  <a:pt x="17386" y="82931"/>
                </a:lnTo>
                <a:lnTo>
                  <a:pt x="4356" y="88633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03" y="204762"/>
                </a:lnTo>
                <a:lnTo>
                  <a:pt x="201396" y="250990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35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64528" y="5238406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48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29"/>
                </a:lnTo>
                <a:lnTo>
                  <a:pt x="173837" y="17691"/>
                </a:lnTo>
                <a:lnTo>
                  <a:pt x="179349" y="30810"/>
                </a:lnTo>
                <a:lnTo>
                  <a:pt x="234099" y="82931"/>
                </a:lnTo>
                <a:lnTo>
                  <a:pt x="17386" y="82931"/>
                </a:lnTo>
                <a:lnTo>
                  <a:pt x="4356" y="88646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37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16" y="204762"/>
                </a:lnTo>
                <a:lnTo>
                  <a:pt x="201396" y="251002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48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32943" y="9692165"/>
            <a:ext cx="45027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0" dirty="0">
                <a:latin typeface="Century"/>
                <a:cs typeface="Century"/>
              </a:rPr>
              <a:t>IT22295842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95" dirty="0">
                <a:latin typeface="Century"/>
                <a:cs typeface="Century"/>
              </a:rPr>
              <a:t>Rashad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165" dirty="0">
                <a:latin typeface="Century"/>
                <a:cs typeface="Century"/>
              </a:rPr>
              <a:t>M.P.M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90" dirty="0">
                <a:latin typeface="Century"/>
                <a:cs typeface="Century"/>
              </a:rPr>
              <a:t>R26-</a:t>
            </a:r>
            <a:r>
              <a:rPr sz="1900" spc="-150" dirty="0">
                <a:latin typeface="Century"/>
                <a:cs typeface="Century"/>
              </a:rPr>
              <a:t>SE-</a:t>
            </a:r>
            <a:r>
              <a:rPr sz="1900" spc="-25" dirty="0">
                <a:latin typeface="Century"/>
                <a:cs typeface="Century"/>
              </a:rPr>
              <a:t>032</a:t>
            </a:r>
            <a:endParaRPr sz="1900">
              <a:latin typeface="Century"/>
              <a:cs typeface="Century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64528" y="5883414"/>
            <a:ext cx="344805" cy="282575"/>
          </a:xfrm>
          <a:custGeom>
            <a:avLst/>
            <a:gdLst/>
            <a:ahLst/>
            <a:cxnLst/>
            <a:rect l="l" t="t" r="r" b="b"/>
            <a:pathLst>
              <a:path w="344805" h="282575">
                <a:moveTo>
                  <a:pt x="344538" y="145948"/>
                </a:moveTo>
                <a:lnTo>
                  <a:pt x="343331" y="139026"/>
                </a:lnTo>
                <a:lnTo>
                  <a:pt x="339356" y="133096"/>
                </a:lnTo>
                <a:lnTo>
                  <a:pt x="204812" y="5029"/>
                </a:lnTo>
                <a:lnTo>
                  <a:pt x="191376" y="0"/>
                </a:lnTo>
                <a:lnTo>
                  <a:pt x="179451" y="5829"/>
                </a:lnTo>
                <a:lnTo>
                  <a:pt x="173837" y="17691"/>
                </a:lnTo>
                <a:lnTo>
                  <a:pt x="179349" y="30810"/>
                </a:lnTo>
                <a:lnTo>
                  <a:pt x="234099" y="82931"/>
                </a:lnTo>
                <a:lnTo>
                  <a:pt x="17386" y="82931"/>
                </a:lnTo>
                <a:lnTo>
                  <a:pt x="4356" y="88646"/>
                </a:lnTo>
                <a:lnTo>
                  <a:pt x="0" y="101193"/>
                </a:lnTo>
                <a:lnTo>
                  <a:pt x="4356" y="113753"/>
                </a:lnTo>
                <a:lnTo>
                  <a:pt x="17386" y="119456"/>
                </a:lnTo>
                <a:lnTo>
                  <a:pt x="264439" y="119456"/>
                </a:lnTo>
                <a:lnTo>
                  <a:pt x="269951" y="117055"/>
                </a:lnTo>
                <a:lnTo>
                  <a:pt x="301015" y="146608"/>
                </a:lnTo>
                <a:lnTo>
                  <a:pt x="275678" y="173164"/>
                </a:lnTo>
                <a:lnTo>
                  <a:pt x="264439" y="168236"/>
                </a:lnTo>
                <a:lnTo>
                  <a:pt x="17386" y="168236"/>
                </a:lnTo>
                <a:lnTo>
                  <a:pt x="4356" y="173990"/>
                </a:lnTo>
                <a:lnTo>
                  <a:pt x="0" y="186550"/>
                </a:lnTo>
                <a:lnTo>
                  <a:pt x="4356" y="199072"/>
                </a:lnTo>
                <a:lnTo>
                  <a:pt x="17386" y="204762"/>
                </a:lnTo>
                <a:lnTo>
                  <a:pt x="245516" y="204762"/>
                </a:lnTo>
                <a:lnTo>
                  <a:pt x="201396" y="251002"/>
                </a:lnTo>
                <a:lnTo>
                  <a:pt x="196316" y="264528"/>
                </a:lnTo>
                <a:lnTo>
                  <a:pt x="202044" y="276580"/>
                </a:lnTo>
                <a:lnTo>
                  <a:pt x="213817" y="282282"/>
                </a:lnTo>
                <a:lnTo>
                  <a:pt x="226860" y="276771"/>
                </a:lnTo>
                <a:lnTo>
                  <a:pt x="339356" y="158877"/>
                </a:lnTo>
                <a:lnTo>
                  <a:pt x="343166" y="152882"/>
                </a:lnTo>
                <a:lnTo>
                  <a:pt x="344538" y="145948"/>
                </a:lnTo>
                <a:close/>
              </a:path>
            </a:pathLst>
          </a:custGeom>
          <a:solidFill>
            <a:srgbClr val="37758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772" y="1028700"/>
            <a:ext cx="9925049" cy="9258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14872" y="254070"/>
            <a:ext cx="15386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20" dirty="0">
                <a:latin typeface="Bookman Old Style"/>
                <a:cs typeface="Bookman Old Style"/>
              </a:rPr>
              <a:t>Work</a:t>
            </a:r>
            <a:r>
              <a:rPr sz="2200" b="1" spc="-145" dirty="0">
                <a:latin typeface="Bookman Old Style"/>
                <a:cs typeface="Bookman Old Style"/>
              </a:rPr>
              <a:t> </a:t>
            </a:r>
            <a:r>
              <a:rPr sz="2200" b="1" spc="-20" dirty="0">
                <a:latin typeface="Bookman Old Style"/>
                <a:cs typeface="Bookman Old Style"/>
              </a:rPr>
              <a:t>Flow</a:t>
            </a:r>
            <a:endParaRPr sz="22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92917" y="832834"/>
            <a:ext cx="7426325" cy="426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spc="-60" dirty="0">
                <a:latin typeface="Bookman Old Style"/>
                <a:cs typeface="Bookman Old Style"/>
              </a:rPr>
              <a:t>Advantages</a:t>
            </a:r>
            <a:r>
              <a:rPr sz="2200" b="1" spc="-130" dirty="0">
                <a:latin typeface="Bookman Old Style"/>
                <a:cs typeface="Bookman Old Style"/>
              </a:rPr>
              <a:t> </a:t>
            </a:r>
            <a:r>
              <a:rPr sz="2200" b="1" spc="-65" dirty="0">
                <a:latin typeface="Bookman Old Style"/>
                <a:cs typeface="Bookman Old Style"/>
              </a:rPr>
              <a:t>gained</a:t>
            </a:r>
            <a:r>
              <a:rPr sz="2200" b="1" spc="-114" dirty="0">
                <a:latin typeface="Bookman Old Style"/>
                <a:cs typeface="Bookman Old Style"/>
              </a:rPr>
              <a:t> </a:t>
            </a:r>
            <a:r>
              <a:rPr sz="2200" b="1" spc="-25" dirty="0">
                <a:latin typeface="Bookman Old Style"/>
                <a:cs typeface="Bookman Old Style"/>
              </a:rPr>
              <a:t>and</a:t>
            </a:r>
            <a:r>
              <a:rPr sz="2200" b="1" spc="-120" dirty="0">
                <a:latin typeface="Bookman Old Style"/>
                <a:cs typeface="Bookman Old Style"/>
              </a:rPr>
              <a:t> </a:t>
            </a:r>
            <a:r>
              <a:rPr sz="2200" b="1" spc="-85" dirty="0">
                <a:latin typeface="Bookman Old Style"/>
                <a:cs typeface="Bookman Old Style"/>
              </a:rPr>
              <a:t>the</a:t>
            </a:r>
            <a:r>
              <a:rPr sz="2200" b="1" spc="-100" dirty="0">
                <a:latin typeface="Bookman Old Style"/>
                <a:cs typeface="Bookman Old Style"/>
              </a:rPr>
              <a:t> </a:t>
            </a:r>
            <a:r>
              <a:rPr sz="2200" b="1" spc="-35" dirty="0">
                <a:latin typeface="Bookman Old Style"/>
                <a:cs typeface="Bookman Old Style"/>
              </a:rPr>
              <a:t>problem</a:t>
            </a:r>
            <a:r>
              <a:rPr sz="2200" b="1" spc="-114" dirty="0">
                <a:latin typeface="Bookman Old Style"/>
                <a:cs typeface="Bookman Old Style"/>
              </a:rPr>
              <a:t> </a:t>
            </a:r>
            <a:r>
              <a:rPr sz="2200" b="1" spc="-10" dirty="0">
                <a:latin typeface="Bookman Old Style"/>
                <a:cs typeface="Bookman Old Style"/>
              </a:rPr>
              <a:t>solved</a:t>
            </a:r>
            <a:endParaRPr sz="2200">
              <a:latin typeface="Bookman Old Style"/>
              <a:cs typeface="Bookman Old Style"/>
            </a:endParaRPr>
          </a:p>
          <a:p>
            <a:pPr marL="511809" marR="10160">
              <a:lnSpc>
                <a:spcPct val="115100"/>
              </a:lnSpc>
              <a:spcBef>
                <a:spcPts val="1900"/>
              </a:spcBef>
              <a:tabLst>
                <a:tab pos="1873250" algn="l"/>
                <a:tab pos="4809490" algn="l"/>
                <a:tab pos="5559425" algn="l"/>
              </a:tabLst>
            </a:pPr>
            <a:r>
              <a:rPr sz="1900" spc="-145" dirty="0">
                <a:latin typeface="Century"/>
                <a:cs typeface="Century"/>
              </a:rPr>
              <a:t>In</a:t>
            </a:r>
            <a:r>
              <a:rPr sz="1900" spc="-20" dirty="0">
                <a:latin typeface="Century"/>
                <a:cs typeface="Century"/>
              </a:rPr>
              <a:t> </a:t>
            </a:r>
            <a:r>
              <a:rPr sz="1900" spc="-130" dirty="0">
                <a:latin typeface="Century"/>
                <a:cs typeface="Century"/>
              </a:rPr>
              <a:t>Sri</a:t>
            </a:r>
            <a:r>
              <a:rPr sz="1900" spc="-20" dirty="0">
                <a:latin typeface="Century"/>
                <a:cs typeface="Century"/>
              </a:rPr>
              <a:t> </a:t>
            </a:r>
            <a:r>
              <a:rPr sz="1900" spc="-95" dirty="0">
                <a:latin typeface="Century"/>
                <a:cs typeface="Century"/>
              </a:rPr>
              <a:t>Lanka,</a:t>
            </a:r>
            <a:r>
              <a:rPr sz="1900" spc="-40" dirty="0">
                <a:latin typeface="Century"/>
                <a:cs typeface="Century"/>
              </a:rPr>
              <a:t> </a:t>
            </a:r>
            <a:r>
              <a:rPr sz="1900" spc="-25" dirty="0">
                <a:latin typeface="Century"/>
                <a:cs typeface="Century"/>
              </a:rPr>
              <a:t>tomato</a:t>
            </a:r>
            <a:r>
              <a:rPr sz="1900" spc="-75" dirty="0">
                <a:latin typeface="Century"/>
                <a:cs typeface="Century"/>
              </a:rPr>
              <a:t> </a:t>
            </a:r>
            <a:r>
              <a:rPr sz="1900" spc="-45" dirty="0">
                <a:latin typeface="Century"/>
                <a:cs typeface="Century"/>
              </a:rPr>
              <a:t>prices</a:t>
            </a:r>
            <a:r>
              <a:rPr sz="1900" spc="-40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can</a:t>
            </a:r>
            <a:r>
              <a:rPr sz="1900" spc="-35" dirty="0">
                <a:latin typeface="Century"/>
                <a:cs typeface="Century"/>
              </a:rPr>
              <a:t> </a:t>
            </a:r>
            <a:r>
              <a:rPr sz="1900" spc="-10" dirty="0">
                <a:latin typeface="Century"/>
                <a:cs typeface="Century"/>
              </a:rPr>
              <a:t>change</a:t>
            </a:r>
            <a:r>
              <a:rPr sz="1900" dirty="0">
                <a:latin typeface="Century"/>
                <a:cs typeface="Century"/>
              </a:rPr>
              <a:t>	by</a:t>
            </a:r>
            <a:r>
              <a:rPr sz="1900" spc="-65" dirty="0">
                <a:latin typeface="Century"/>
                <a:cs typeface="Century"/>
              </a:rPr>
              <a:t> </a:t>
            </a:r>
            <a:r>
              <a:rPr sz="1900" spc="-80" dirty="0">
                <a:latin typeface="Century"/>
                <a:cs typeface="Century"/>
              </a:rPr>
              <a:t>50%</a:t>
            </a:r>
            <a:r>
              <a:rPr sz="1900" spc="-45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or</a:t>
            </a:r>
            <a:r>
              <a:rPr sz="1900" spc="-45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more</a:t>
            </a:r>
            <a:r>
              <a:rPr sz="1900" spc="-45" dirty="0">
                <a:latin typeface="Century"/>
                <a:cs typeface="Century"/>
              </a:rPr>
              <a:t> </a:t>
            </a:r>
            <a:r>
              <a:rPr sz="1900" spc="-100" dirty="0">
                <a:latin typeface="Century"/>
                <a:cs typeface="Century"/>
              </a:rPr>
              <a:t>within</a:t>
            </a:r>
            <a:r>
              <a:rPr sz="1900" spc="-35" dirty="0">
                <a:latin typeface="Century"/>
                <a:cs typeface="Century"/>
              </a:rPr>
              <a:t> </a:t>
            </a:r>
            <a:r>
              <a:rPr sz="1900" spc="-50" dirty="0">
                <a:latin typeface="Century"/>
                <a:cs typeface="Century"/>
              </a:rPr>
              <a:t>a </a:t>
            </a:r>
            <a:r>
              <a:rPr sz="1900" spc="-85" dirty="0">
                <a:latin typeface="Century"/>
                <a:cs typeface="Century"/>
              </a:rPr>
              <a:t>single</a:t>
            </a:r>
            <a:r>
              <a:rPr sz="1900" spc="-15" dirty="0">
                <a:latin typeface="Century"/>
                <a:cs typeface="Century"/>
              </a:rPr>
              <a:t> </a:t>
            </a:r>
            <a:r>
              <a:rPr sz="1900" spc="-20" dirty="0">
                <a:latin typeface="Century"/>
                <a:cs typeface="Century"/>
              </a:rPr>
              <a:t>week</a:t>
            </a:r>
            <a:r>
              <a:rPr sz="1900" dirty="0">
                <a:latin typeface="Century"/>
                <a:cs typeface="Century"/>
              </a:rPr>
              <a:t>	due</a:t>
            </a:r>
            <a:r>
              <a:rPr sz="1900" spc="-25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to</a:t>
            </a:r>
            <a:r>
              <a:rPr sz="1900" spc="-20" dirty="0">
                <a:latin typeface="Century"/>
                <a:cs typeface="Century"/>
              </a:rPr>
              <a:t> </a:t>
            </a:r>
            <a:r>
              <a:rPr sz="1900" spc="-70" dirty="0">
                <a:latin typeface="Century"/>
                <a:cs typeface="Century"/>
              </a:rPr>
              <a:t>weather,</a:t>
            </a:r>
            <a:r>
              <a:rPr sz="1900" spc="-20" dirty="0">
                <a:latin typeface="Century"/>
                <a:cs typeface="Century"/>
              </a:rPr>
              <a:t> </a:t>
            </a:r>
            <a:r>
              <a:rPr sz="1900" spc="-70" dirty="0">
                <a:latin typeface="Century"/>
                <a:cs typeface="Century"/>
              </a:rPr>
              <a:t>seasonal</a:t>
            </a:r>
            <a:r>
              <a:rPr sz="1900" spc="-25" dirty="0">
                <a:latin typeface="Century"/>
                <a:cs typeface="Century"/>
              </a:rPr>
              <a:t> </a:t>
            </a:r>
            <a:r>
              <a:rPr sz="1900" spc="-10" dirty="0">
                <a:latin typeface="Century"/>
                <a:cs typeface="Century"/>
              </a:rPr>
              <a:t>patterns</a:t>
            </a:r>
            <a:r>
              <a:rPr sz="1900" dirty="0">
                <a:latin typeface="Century"/>
                <a:cs typeface="Century"/>
              </a:rPr>
              <a:t>	</a:t>
            </a:r>
            <a:r>
              <a:rPr sz="1900" spc="-20" dirty="0">
                <a:latin typeface="Century"/>
                <a:cs typeface="Century"/>
              </a:rPr>
              <a:t>and</a:t>
            </a:r>
            <a:r>
              <a:rPr sz="1900" spc="-95" dirty="0">
                <a:latin typeface="Century"/>
                <a:cs typeface="Century"/>
              </a:rPr>
              <a:t> </a:t>
            </a:r>
            <a:r>
              <a:rPr sz="1900" spc="-10" dirty="0">
                <a:latin typeface="Century"/>
                <a:cs typeface="Century"/>
              </a:rPr>
              <a:t>market conditions.</a:t>
            </a:r>
            <a:endParaRPr sz="19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900">
              <a:latin typeface="Century"/>
              <a:cs typeface="Century"/>
            </a:endParaRPr>
          </a:p>
          <a:p>
            <a:pPr marL="511809" marR="5080">
              <a:lnSpc>
                <a:spcPct val="115100"/>
              </a:lnSpc>
              <a:tabLst>
                <a:tab pos="1877060" algn="l"/>
                <a:tab pos="4634230" algn="l"/>
                <a:tab pos="5733415" algn="l"/>
              </a:tabLst>
            </a:pPr>
            <a:r>
              <a:rPr sz="1900" spc="-114" dirty="0">
                <a:latin typeface="Century"/>
                <a:cs typeface="Century"/>
              </a:rPr>
              <a:t>Farmers</a:t>
            </a:r>
            <a:r>
              <a:rPr sz="1900" spc="-20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who</a:t>
            </a:r>
            <a:r>
              <a:rPr sz="1900" spc="-40" dirty="0">
                <a:latin typeface="Century"/>
                <a:cs typeface="Century"/>
              </a:rPr>
              <a:t> </a:t>
            </a:r>
            <a:r>
              <a:rPr sz="1900" spc="-20" dirty="0">
                <a:latin typeface="Century"/>
                <a:cs typeface="Century"/>
              </a:rPr>
              <a:t>have</a:t>
            </a:r>
            <a:r>
              <a:rPr sz="1900" spc="-30" dirty="0">
                <a:latin typeface="Century"/>
                <a:cs typeface="Century"/>
              </a:rPr>
              <a:t> </a:t>
            </a:r>
            <a:r>
              <a:rPr sz="1900" spc="-20" dirty="0">
                <a:latin typeface="Century"/>
                <a:cs typeface="Century"/>
              </a:rPr>
              <a:t>access</a:t>
            </a:r>
            <a:r>
              <a:rPr sz="1900" spc="-30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to</a:t>
            </a:r>
            <a:r>
              <a:rPr sz="1900" spc="-30" dirty="0">
                <a:latin typeface="Century"/>
                <a:cs typeface="Century"/>
              </a:rPr>
              <a:t> </a:t>
            </a:r>
            <a:r>
              <a:rPr sz="1900" spc="-10" dirty="0">
                <a:latin typeface="Century"/>
                <a:cs typeface="Century"/>
              </a:rPr>
              <a:t>accurate</a:t>
            </a:r>
            <a:r>
              <a:rPr sz="1900" dirty="0">
                <a:latin typeface="Century"/>
                <a:cs typeface="Century"/>
              </a:rPr>
              <a:t>	</a:t>
            </a:r>
            <a:r>
              <a:rPr sz="1900" spc="-10" dirty="0">
                <a:latin typeface="Century"/>
                <a:cs typeface="Century"/>
              </a:rPr>
              <a:t>price</a:t>
            </a:r>
            <a:r>
              <a:rPr sz="1900" spc="-50" dirty="0">
                <a:latin typeface="Century"/>
                <a:cs typeface="Century"/>
              </a:rPr>
              <a:t> </a:t>
            </a:r>
            <a:r>
              <a:rPr sz="1900" spc="-70" dirty="0">
                <a:latin typeface="Century"/>
                <a:cs typeface="Century"/>
              </a:rPr>
              <a:t>forecasts</a:t>
            </a:r>
            <a:r>
              <a:rPr sz="1900" spc="-45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can</a:t>
            </a:r>
            <a:r>
              <a:rPr sz="1900" spc="-45" dirty="0">
                <a:latin typeface="Century"/>
                <a:cs typeface="Century"/>
              </a:rPr>
              <a:t> </a:t>
            </a:r>
            <a:r>
              <a:rPr sz="1900" spc="-20" dirty="0">
                <a:latin typeface="Century"/>
                <a:cs typeface="Century"/>
              </a:rPr>
              <a:t>earn </a:t>
            </a:r>
            <a:r>
              <a:rPr sz="1900" spc="-25" dirty="0">
                <a:latin typeface="Century"/>
                <a:cs typeface="Century"/>
              </a:rPr>
              <a:t>significantly</a:t>
            </a:r>
            <a:r>
              <a:rPr sz="1900" dirty="0">
                <a:latin typeface="Century"/>
                <a:cs typeface="Century"/>
              </a:rPr>
              <a:t>	more</a:t>
            </a:r>
            <a:r>
              <a:rPr sz="1900" spc="-75" dirty="0">
                <a:latin typeface="Century"/>
                <a:cs typeface="Century"/>
              </a:rPr>
              <a:t> </a:t>
            </a:r>
            <a:r>
              <a:rPr sz="1900" spc="-30" dirty="0">
                <a:latin typeface="Century"/>
                <a:cs typeface="Century"/>
              </a:rPr>
              <a:t>from</a:t>
            </a:r>
            <a:r>
              <a:rPr sz="1900" spc="-55" dirty="0">
                <a:latin typeface="Century"/>
                <a:cs typeface="Century"/>
              </a:rPr>
              <a:t> </a:t>
            </a:r>
            <a:r>
              <a:rPr sz="1900" spc="-50" dirty="0">
                <a:latin typeface="Century"/>
                <a:cs typeface="Century"/>
              </a:rPr>
              <a:t>the</a:t>
            </a:r>
            <a:r>
              <a:rPr sz="1900" spc="-60" dirty="0">
                <a:latin typeface="Century"/>
                <a:cs typeface="Century"/>
              </a:rPr>
              <a:t> </a:t>
            </a:r>
            <a:r>
              <a:rPr sz="1900" spc="-55" dirty="0">
                <a:latin typeface="Century"/>
                <a:cs typeface="Century"/>
              </a:rPr>
              <a:t>same </a:t>
            </a:r>
            <a:r>
              <a:rPr sz="1900" spc="-95" dirty="0">
                <a:latin typeface="Century"/>
                <a:cs typeface="Century"/>
              </a:rPr>
              <a:t>harvest</a:t>
            </a:r>
            <a:r>
              <a:rPr sz="1900" spc="-35" dirty="0">
                <a:latin typeface="Century"/>
                <a:cs typeface="Century"/>
              </a:rPr>
              <a:t> </a:t>
            </a:r>
            <a:r>
              <a:rPr sz="1900" spc="-10" dirty="0">
                <a:latin typeface="Century"/>
                <a:cs typeface="Century"/>
              </a:rPr>
              <a:t>simply</a:t>
            </a:r>
            <a:r>
              <a:rPr sz="1900" dirty="0">
                <a:latin typeface="Century"/>
                <a:cs typeface="Century"/>
              </a:rPr>
              <a:t>	by</a:t>
            </a:r>
            <a:r>
              <a:rPr sz="1900" spc="-130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choosing</a:t>
            </a:r>
            <a:r>
              <a:rPr sz="1900" spc="-125" dirty="0">
                <a:latin typeface="Century"/>
                <a:cs typeface="Century"/>
              </a:rPr>
              <a:t> </a:t>
            </a:r>
            <a:r>
              <a:rPr sz="1900" spc="-45" dirty="0">
                <a:latin typeface="Century"/>
                <a:cs typeface="Century"/>
              </a:rPr>
              <a:t>the </a:t>
            </a:r>
            <a:r>
              <a:rPr sz="1900" spc="-110" dirty="0">
                <a:latin typeface="Century"/>
                <a:cs typeface="Century"/>
              </a:rPr>
              <a:t>right</a:t>
            </a:r>
            <a:r>
              <a:rPr sz="1900" spc="-25" dirty="0">
                <a:latin typeface="Century"/>
                <a:cs typeface="Century"/>
              </a:rPr>
              <a:t> </a:t>
            </a:r>
            <a:r>
              <a:rPr sz="1900" spc="-70" dirty="0">
                <a:latin typeface="Century"/>
                <a:cs typeface="Century"/>
              </a:rPr>
              <a:t>time</a:t>
            </a:r>
            <a:r>
              <a:rPr sz="1900" spc="-60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to</a:t>
            </a:r>
            <a:r>
              <a:rPr sz="1900" spc="-50" dirty="0">
                <a:latin typeface="Century"/>
                <a:cs typeface="Century"/>
              </a:rPr>
              <a:t> </a:t>
            </a:r>
            <a:r>
              <a:rPr sz="1900" spc="-10" dirty="0">
                <a:latin typeface="Century"/>
                <a:cs typeface="Century"/>
              </a:rPr>
              <a:t>sell.</a:t>
            </a:r>
            <a:endParaRPr sz="190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900">
              <a:latin typeface="Century"/>
              <a:cs typeface="Century"/>
            </a:endParaRPr>
          </a:p>
          <a:p>
            <a:pPr marL="511809" marR="205740" indent="64769">
              <a:lnSpc>
                <a:spcPct val="115100"/>
              </a:lnSpc>
              <a:tabLst>
                <a:tab pos="1278890" algn="l"/>
                <a:tab pos="3937000" algn="l"/>
                <a:tab pos="4455160" algn="l"/>
              </a:tabLst>
            </a:pPr>
            <a:r>
              <a:rPr sz="1900" spc="-40" dirty="0">
                <a:latin typeface="Century"/>
                <a:cs typeface="Century"/>
              </a:rPr>
              <a:t>Our</a:t>
            </a:r>
            <a:r>
              <a:rPr sz="1900" spc="-85" dirty="0">
                <a:latin typeface="Century"/>
                <a:cs typeface="Century"/>
              </a:rPr>
              <a:t> </a:t>
            </a:r>
            <a:r>
              <a:rPr sz="1900" spc="-70" dirty="0">
                <a:latin typeface="Century"/>
                <a:cs typeface="Century"/>
              </a:rPr>
              <a:t>Tomato</a:t>
            </a:r>
            <a:r>
              <a:rPr sz="1900" spc="-55" dirty="0">
                <a:latin typeface="Century"/>
                <a:cs typeface="Century"/>
              </a:rPr>
              <a:t> </a:t>
            </a:r>
            <a:r>
              <a:rPr sz="1900" spc="-45" dirty="0">
                <a:latin typeface="Century"/>
                <a:cs typeface="Century"/>
              </a:rPr>
              <a:t>Price</a:t>
            </a:r>
            <a:r>
              <a:rPr sz="1900" spc="-50" dirty="0">
                <a:latin typeface="Century"/>
                <a:cs typeface="Century"/>
              </a:rPr>
              <a:t> Advisor</a:t>
            </a:r>
            <a:r>
              <a:rPr sz="1900" spc="-55" dirty="0">
                <a:latin typeface="Century"/>
                <a:cs typeface="Century"/>
              </a:rPr>
              <a:t> </a:t>
            </a:r>
            <a:r>
              <a:rPr sz="1900" spc="-105" dirty="0">
                <a:latin typeface="Century"/>
                <a:cs typeface="Century"/>
              </a:rPr>
              <a:t>puts</a:t>
            </a:r>
            <a:r>
              <a:rPr sz="1900" spc="-30" dirty="0">
                <a:latin typeface="Century"/>
                <a:cs typeface="Century"/>
              </a:rPr>
              <a:t> </a:t>
            </a:r>
            <a:r>
              <a:rPr sz="1900" spc="-20" dirty="0">
                <a:latin typeface="Century"/>
                <a:cs typeface="Century"/>
              </a:rPr>
              <a:t>that</a:t>
            </a:r>
            <a:r>
              <a:rPr sz="1900" dirty="0">
                <a:latin typeface="Century"/>
                <a:cs typeface="Century"/>
              </a:rPr>
              <a:t>	</a:t>
            </a:r>
            <a:r>
              <a:rPr sz="1900" spc="-60" dirty="0">
                <a:latin typeface="Century"/>
                <a:cs typeface="Century"/>
              </a:rPr>
              <a:t>information</a:t>
            </a:r>
            <a:r>
              <a:rPr sz="1900" spc="-30" dirty="0">
                <a:latin typeface="Century"/>
                <a:cs typeface="Century"/>
              </a:rPr>
              <a:t> </a:t>
            </a:r>
            <a:r>
              <a:rPr sz="1900" spc="-75" dirty="0">
                <a:latin typeface="Century"/>
                <a:cs typeface="Century"/>
              </a:rPr>
              <a:t>directly</a:t>
            </a:r>
            <a:r>
              <a:rPr sz="1900" spc="-30" dirty="0">
                <a:latin typeface="Century"/>
                <a:cs typeface="Century"/>
              </a:rPr>
              <a:t> </a:t>
            </a:r>
            <a:r>
              <a:rPr sz="1900" spc="-95" dirty="0">
                <a:latin typeface="Century"/>
                <a:cs typeface="Century"/>
              </a:rPr>
              <a:t>in</a:t>
            </a:r>
            <a:r>
              <a:rPr sz="1900" spc="-25" dirty="0">
                <a:latin typeface="Century"/>
                <a:cs typeface="Century"/>
              </a:rPr>
              <a:t> the </a:t>
            </a:r>
            <a:r>
              <a:rPr sz="1900" spc="-10" dirty="0">
                <a:latin typeface="Century"/>
                <a:cs typeface="Century"/>
              </a:rPr>
              <a:t>hands</a:t>
            </a:r>
            <a:r>
              <a:rPr sz="1900" dirty="0">
                <a:latin typeface="Century"/>
                <a:cs typeface="Century"/>
              </a:rPr>
              <a:t>	of</a:t>
            </a:r>
            <a:r>
              <a:rPr sz="1900" spc="-35" dirty="0">
                <a:latin typeface="Century"/>
                <a:cs typeface="Century"/>
              </a:rPr>
              <a:t> </a:t>
            </a:r>
            <a:r>
              <a:rPr sz="1900" spc="-50" dirty="0">
                <a:latin typeface="Century"/>
                <a:cs typeface="Century"/>
              </a:rPr>
              <a:t>the</a:t>
            </a:r>
            <a:r>
              <a:rPr sz="1900" spc="-35" dirty="0">
                <a:latin typeface="Century"/>
                <a:cs typeface="Century"/>
              </a:rPr>
              <a:t> </a:t>
            </a:r>
            <a:r>
              <a:rPr sz="1900" spc="-80" dirty="0">
                <a:latin typeface="Century"/>
                <a:cs typeface="Century"/>
              </a:rPr>
              <a:t>farmer</a:t>
            </a:r>
            <a:r>
              <a:rPr sz="1900" spc="-35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,</a:t>
            </a:r>
            <a:r>
              <a:rPr sz="1900" spc="-30" dirty="0">
                <a:latin typeface="Century"/>
                <a:cs typeface="Century"/>
              </a:rPr>
              <a:t> </a:t>
            </a:r>
            <a:r>
              <a:rPr sz="1900" spc="-95" dirty="0">
                <a:latin typeface="Century"/>
                <a:cs typeface="Century"/>
              </a:rPr>
              <a:t>in</a:t>
            </a:r>
            <a:r>
              <a:rPr sz="1900" spc="-35" dirty="0">
                <a:latin typeface="Century"/>
                <a:cs typeface="Century"/>
              </a:rPr>
              <a:t> </a:t>
            </a:r>
            <a:r>
              <a:rPr sz="1900" spc="-10" dirty="0">
                <a:latin typeface="Century"/>
                <a:cs typeface="Century"/>
              </a:rPr>
              <a:t>simple</a:t>
            </a:r>
            <a:r>
              <a:rPr sz="1900" dirty="0">
                <a:latin typeface="Century"/>
                <a:cs typeface="Century"/>
              </a:rPr>
              <a:t>	</a:t>
            </a:r>
            <a:r>
              <a:rPr sz="1900" spc="-50" dirty="0">
                <a:latin typeface="Century"/>
                <a:cs typeface="Century"/>
              </a:rPr>
              <a:t>language,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dirty="0">
                <a:latin typeface="Century"/>
                <a:cs typeface="Century"/>
              </a:rPr>
              <a:t>on</a:t>
            </a:r>
            <a:r>
              <a:rPr sz="1900" spc="-10" dirty="0">
                <a:latin typeface="Century"/>
                <a:cs typeface="Century"/>
              </a:rPr>
              <a:t> </a:t>
            </a:r>
            <a:r>
              <a:rPr sz="1900" spc="-95" dirty="0">
                <a:latin typeface="Century"/>
                <a:cs typeface="Century"/>
              </a:rPr>
              <a:t>their</a:t>
            </a:r>
            <a:r>
              <a:rPr sz="1900" spc="-10" dirty="0">
                <a:latin typeface="Century"/>
                <a:cs typeface="Century"/>
              </a:rPr>
              <a:t> mobile phone.</a:t>
            </a:r>
            <a:endParaRPr sz="190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40340" y="9822600"/>
            <a:ext cx="450278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70" dirty="0">
                <a:latin typeface="Century"/>
                <a:cs typeface="Century"/>
              </a:rPr>
              <a:t>IT22295842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95" dirty="0">
                <a:latin typeface="Century"/>
                <a:cs typeface="Century"/>
              </a:rPr>
              <a:t>Rashad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165" dirty="0">
                <a:latin typeface="Century"/>
                <a:cs typeface="Century"/>
              </a:rPr>
              <a:t>M.P.M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215" dirty="0">
                <a:latin typeface="Century"/>
                <a:cs typeface="Century"/>
              </a:rPr>
              <a:t>|</a:t>
            </a:r>
            <a:r>
              <a:rPr sz="1900" dirty="0">
                <a:latin typeface="Century"/>
                <a:cs typeface="Century"/>
              </a:rPr>
              <a:t> </a:t>
            </a:r>
            <a:r>
              <a:rPr sz="1900" spc="-90" dirty="0">
                <a:latin typeface="Century"/>
                <a:cs typeface="Century"/>
              </a:rPr>
              <a:t>R26-</a:t>
            </a:r>
            <a:r>
              <a:rPr sz="1900" spc="-150" dirty="0">
                <a:latin typeface="Century"/>
                <a:cs typeface="Century"/>
              </a:rPr>
              <a:t>SE-</a:t>
            </a:r>
            <a:r>
              <a:rPr sz="1900" spc="-25" dirty="0">
                <a:latin typeface="Century"/>
                <a:cs typeface="Century"/>
              </a:rPr>
              <a:t>032</a:t>
            </a:r>
            <a:endParaRPr sz="1900">
              <a:latin typeface="Century"/>
              <a:cs typeface="Centur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4926330" cy="5300345"/>
            <a:chOff x="0" y="-1"/>
            <a:chExt cx="4926330" cy="530034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926330" cy="5300345"/>
            </a:xfrm>
            <a:custGeom>
              <a:avLst/>
              <a:gdLst/>
              <a:ahLst/>
              <a:cxnLst/>
              <a:rect l="l" t="t" r="r" b="b"/>
              <a:pathLst>
                <a:path w="4926330" h="5300345">
                  <a:moveTo>
                    <a:pt x="17851" y="5294967"/>
                  </a:moveTo>
                  <a:lnTo>
                    <a:pt x="0" y="5299958"/>
                  </a:lnTo>
                  <a:lnTo>
                    <a:pt x="0" y="5294967"/>
                  </a:lnTo>
                  <a:lnTo>
                    <a:pt x="17851" y="5294967"/>
                  </a:lnTo>
                  <a:close/>
                </a:path>
                <a:path w="4926330" h="5300345">
                  <a:moveTo>
                    <a:pt x="108437" y="5282267"/>
                  </a:moveTo>
                  <a:lnTo>
                    <a:pt x="63187" y="5294967"/>
                  </a:lnTo>
                  <a:lnTo>
                    <a:pt x="0" y="5294967"/>
                  </a:lnTo>
                  <a:lnTo>
                    <a:pt x="0" y="5282267"/>
                  </a:lnTo>
                  <a:lnTo>
                    <a:pt x="108437" y="5282267"/>
                  </a:lnTo>
                  <a:close/>
                </a:path>
                <a:path w="4926330" h="5300345">
                  <a:moveTo>
                    <a:pt x="4926288" y="0"/>
                  </a:moveTo>
                  <a:lnTo>
                    <a:pt x="4925450" y="11767"/>
                  </a:lnTo>
                  <a:lnTo>
                    <a:pt x="4922344" y="62567"/>
                  </a:lnTo>
                  <a:lnTo>
                    <a:pt x="4918844" y="113367"/>
                  </a:lnTo>
                  <a:lnTo>
                    <a:pt x="4914949" y="151467"/>
                  </a:lnTo>
                  <a:lnTo>
                    <a:pt x="4910658" y="202267"/>
                  </a:lnTo>
                  <a:lnTo>
                    <a:pt x="4905969" y="253067"/>
                  </a:lnTo>
                  <a:lnTo>
                    <a:pt x="4900883" y="291167"/>
                  </a:lnTo>
                  <a:lnTo>
                    <a:pt x="4895396" y="341967"/>
                  </a:lnTo>
                  <a:lnTo>
                    <a:pt x="4889509" y="392767"/>
                  </a:lnTo>
                  <a:lnTo>
                    <a:pt x="4883220" y="443567"/>
                  </a:lnTo>
                  <a:lnTo>
                    <a:pt x="4876527" y="481667"/>
                  </a:lnTo>
                  <a:lnTo>
                    <a:pt x="4869431" y="532467"/>
                  </a:lnTo>
                  <a:lnTo>
                    <a:pt x="4861928" y="583267"/>
                  </a:lnTo>
                  <a:lnTo>
                    <a:pt x="4854019" y="621367"/>
                  </a:lnTo>
                  <a:lnTo>
                    <a:pt x="4845701" y="672167"/>
                  </a:lnTo>
                  <a:lnTo>
                    <a:pt x="4836975" y="722967"/>
                  </a:lnTo>
                  <a:lnTo>
                    <a:pt x="4827838" y="773767"/>
                  </a:lnTo>
                  <a:lnTo>
                    <a:pt x="4818289" y="811867"/>
                  </a:lnTo>
                  <a:lnTo>
                    <a:pt x="4811134" y="848358"/>
                  </a:lnTo>
                  <a:lnTo>
                    <a:pt x="4749434" y="1113450"/>
                  </a:lnTo>
                  <a:lnTo>
                    <a:pt x="4740201" y="1142067"/>
                  </a:lnTo>
                  <a:lnTo>
                    <a:pt x="4727541" y="1192867"/>
                  </a:lnTo>
                  <a:lnTo>
                    <a:pt x="4714518" y="1243667"/>
                  </a:lnTo>
                  <a:lnTo>
                    <a:pt x="4701132" y="1281767"/>
                  </a:lnTo>
                  <a:lnTo>
                    <a:pt x="4687387" y="1332567"/>
                  </a:lnTo>
                  <a:lnTo>
                    <a:pt x="4673283" y="1370667"/>
                  </a:lnTo>
                  <a:lnTo>
                    <a:pt x="4658824" y="1421467"/>
                  </a:lnTo>
                  <a:lnTo>
                    <a:pt x="4644010" y="1472267"/>
                  </a:lnTo>
                  <a:lnTo>
                    <a:pt x="4628844" y="1510367"/>
                  </a:lnTo>
                  <a:lnTo>
                    <a:pt x="4613327" y="1561167"/>
                  </a:lnTo>
                  <a:lnTo>
                    <a:pt x="4597463" y="1599267"/>
                  </a:lnTo>
                  <a:lnTo>
                    <a:pt x="4581251" y="1650067"/>
                  </a:lnTo>
                  <a:lnTo>
                    <a:pt x="4564695" y="1688167"/>
                  </a:lnTo>
                  <a:lnTo>
                    <a:pt x="4547796" y="1738967"/>
                  </a:lnTo>
                  <a:lnTo>
                    <a:pt x="4530557" y="1777067"/>
                  </a:lnTo>
                  <a:lnTo>
                    <a:pt x="4512978" y="1815167"/>
                  </a:lnTo>
                  <a:lnTo>
                    <a:pt x="4495063" y="1865967"/>
                  </a:lnTo>
                  <a:lnTo>
                    <a:pt x="4476813" y="1904067"/>
                  </a:lnTo>
                  <a:lnTo>
                    <a:pt x="4458229" y="1954867"/>
                  </a:lnTo>
                  <a:lnTo>
                    <a:pt x="4439315" y="1992967"/>
                  </a:lnTo>
                  <a:lnTo>
                    <a:pt x="4420071" y="2031067"/>
                  </a:lnTo>
                  <a:lnTo>
                    <a:pt x="4400500" y="2081867"/>
                  </a:lnTo>
                  <a:lnTo>
                    <a:pt x="4380604" y="2119967"/>
                  </a:lnTo>
                  <a:lnTo>
                    <a:pt x="4360384" y="2158067"/>
                  </a:lnTo>
                  <a:lnTo>
                    <a:pt x="4339842" y="2208867"/>
                  </a:lnTo>
                  <a:lnTo>
                    <a:pt x="4318981" y="2246967"/>
                  </a:lnTo>
                  <a:lnTo>
                    <a:pt x="4297803" y="2285067"/>
                  </a:lnTo>
                  <a:lnTo>
                    <a:pt x="4276308" y="2323167"/>
                  </a:lnTo>
                  <a:lnTo>
                    <a:pt x="4254500" y="2373967"/>
                  </a:lnTo>
                  <a:lnTo>
                    <a:pt x="4232380" y="2412067"/>
                  </a:lnTo>
                  <a:lnTo>
                    <a:pt x="4209950" y="2450167"/>
                  </a:lnTo>
                  <a:lnTo>
                    <a:pt x="4187211" y="2488267"/>
                  </a:lnTo>
                  <a:lnTo>
                    <a:pt x="4164167" y="2526367"/>
                  </a:lnTo>
                  <a:lnTo>
                    <a:pt x="4140818" y="2564467"/>
                  </a:lnTo>
                  <a:lnTo>
                    <a:pt x="4117168" y="2615267"/>
                  </a:lnTo>
                  <a:lnTo>
                    <a:pt x="4093216" y="2653367"/>
                  </a:lnTo>
                  <a:lnTo>
                    <a:pt x="4068967" y="2691467"/>
                  </a:lnTo>
                  <a:lnTo>
                    <a:pt x="4044420" y="2729567"/>
                  </a:lnTo>
                  <a:lnTo>
                    <a:pt x="4019580" y="2767667"/>
                  </a:lnTo>
                  <a:lnTo>
                    <a:pt x="3994446" y="2805767"/>
                  </a:lnTo>
                  <a:lnTo>
                    <a:pt x="3969022" y="2843867"/>
                  </a:lnTo>
                  <a:lnTo>
                    <a:pt x="3943309" y="2881967"/>
                  </a:lnTo>
                  <a:lnTo>
                    <a:pt x="3917309" y="2920067"/>
                  </a:lnTo>
                  <a:lnTo>
                    <a:pt x="3891024" y="2958167"/>
                  </a:lnTo>
                  <a:lnTo>
                    <a:pt x="3864456" y="2996267"/>
                  </a:lnTo>
                  <a:lnTo>
                    <a:pt x="3837606" y="3034367"/>
                  </a:lnTo>
                  <a:lnTo>
                    <a:pt x="3810478" y="3059767"/>
                  </a:lnTo>
                  <a:lnTo>
                    <a:pt x="3783072" y="3097867"/>
                  </a:lnTo>
                  <a:lnTo>
                    <a:pt x="3755391" y="3135967"/>
                  </a:lnTo>
                  <a:lnTo>
                    <a:pt x="3727437" y="3174067"/>
                  </a:lnTo>
                  <a:lnTo>
                    <a:pt x="3699211" y="3212167"/>
                  </a:lnTo>
                  <a:lnTo>
                    <a:pt x="3670715" y="3250267"/>
                  </a:lnTo>
                  <a:lnTo>
                    <a:pt x="3641952" y="3275667"/>
                  </a:lnTo>
                  <a:lnTo>
                    <a:pt x="3612923" y="3313767"/>
                  </a:lnTo>
                  <a:lnTo>
                    <a:pt x="3583630" y="3351867"/>
                  </a:lnTo>
                  <a:lnTo>
                    <a:pt x="3554075" y="3389967"/>
                  </a:lnTo>
                  <a:lnTo>
                    <a:pt x="3524260" y="3415367"/>
                  </a:lnTo>
                  <a:lnTo>
                    <a:pt x="3494187" y="3453467"/>
                  </a:lnTo>
                  <a:lnTo>
                    <a:pt x="3463858" y="3491567"/>
                  </a:lnTo>
                  <a:lnTo>
                    <a:pt x="3433275" y="3516967"/>
                  </a:lnTo>
                  <a:lnTo>
                    <a:pt x="3402440" y="3555067"/>
                  </a:lnTo>
                  <a:lnTo>
                    <a:pt x="3371354" y="3580467"/>
                  </a:lnTo>
                  <a:lnTo>
                    <a:pt x="3308439" y="3656667"/>
                  </a:lnTo>
                  <a:lnTo>
                    <a:pt x="3276614" y="3682067"/>
                  </a:lnTo>
                  <a:lnTo>
                    <a:pt x="3244546" y="3720167"/>
                  </a:lnTo>
                  <a:lnTo>
                    <a:pt x="3179689" y="3770967"/>
                  </a:lnTo>
                  <a:lnTo>
                    <a:pt x="3146905" y="3809067"/>
                  </a:lnTo>
                  <a:lnTo>
                    <a:pt x="3113885" y="3834467"/>
                  </a:lnTo>
                  <a:lnTo>
                    <a:pt x="3080633" y="3872567"/>
                  </a:lnTo>
                  <a:lnTo>
                    <a:pt x="3013436" y="3923367"/>
                  </a:lnTo>
                  <a:lnTo>
                    <a:pt x="2979496" y="3961467"/>
                  </a:lnTo>
                  <a:lnTo>
                    <a:pt x="2910941" y="4012267"/>
                  </a:lnTo>
                  <a:lnTo>
                    <a:pt x="2876331" y="4050367"/>
                  </a:lnTo>
                  <a:lnTo>
                    <a:pt x="2771190" y="4126567"/>
                  </a:lnTo>
                  <a:lnTo>
                    <a:pt x="2735712" y="4164667"/>
                  </a:lnTo>
                  <a:lnTo>
                    <a:pt x="2700023" y="4190067"/>
                  </a:lnTo>
                  <a:lnTo>
                    <a:pt x="2555186" y="4291667"/>
                  </a:lnTo>
                  <a:lnTo>
                    <a:pt x="2369603" y="4418667"/>
                  </a:lnTo>
                  <a:lnTo>
                    <a:pt x="2179203" y="4545667"/>
                  </a:lnTo>
                  <a:lnTo>
                    <a:pt x="2140566" y="4558367"/>
                  </a:lnTo>
                  <a:lnTo>
                    <a:pt x="2023577" y="4634567"/>
                  </a:lnTo>
                  <a:lnTo>
                    <a:pt x="1984227" y="4647267"/>
                  </a:lnTo>
                  <a:lnTo>
                    <a:pt x="1905009" y="4698067"/>
                  </a:lnTo>
                  <a:lnTo>
                    <a:pt x="1865145" y="4710767"/>
                  </a:lnTo>
                  <a:lnTo>
                    <a:pt x="1784915" y="4761567"/>
                  </a:lnTo>
                  <a:lnTo>
                    <a:pt x="1744554" y="4774267"/>
                  </a:lnTo>
                  <a:lnTo>
                    <a:pt x="1704030" y="4799667"/>
                  </a:lnTo>
                  <a:lnTo>
                    <a:pt x="1663347" y="4812367"/>
                  </a:lnTo>
                  <a:lnTo>
                    <a:pt x="1622506" y="4837767"/>
                  </a:lnTo>
                  <a:lnTo>
                    <a:pt x="1581508" y="4850467"/>
                  </a:lnTo>
                  <a:lnTo>
                    <a:pt x="1540356" y="4875867"/>
                  </a:lnTo>
                  <a:lnTo>
                    <a:pt x="1457598" y="4901267"/>
                  </a:lnTo>
                  <a:lnTo>
                    <a:pt x="1415995" y="4926667"/>
                  </a:lnTo>
                  <a:lnTo>
                    <a:pt x="1332352" y="4952067"/>
                  </a:lnTo>
                  <a:lnTo>
                    <a:pt x="1290316" y="4977467"/>
                  </a:lnTo>
                  <a:lnTo>
                    <a:pt x="1163370" y="5015567"/>
                  </a:lnTo>
                  <a:lnTo>
                    <a:pt x="1120782" y="5040967"/>
                  </a:lnTo>
                  <a:lnTo>
                    <a:pt x="555734" y="5206067"/>
                  </a:lnTo>
                  <a:lnTo>
                    <a:pt x="511459" y="5206067"/>
                  </a:lnTo>
                  <a:lnTo>
                    <a:pt x="378004" y="5244167"/>
                  </a:lnTo>
                  <a:lnTo>
                    <a:pt x="333316" y="5244167"/>
                  </a:lnTo>
                  <a:lnTo>
                    <a:pt x="243646" y="5269567"/>
                  </a:lnTo>
                  <a:lnTo>
                    <a:pt x="198669" y="5269567"/>
                  </a:lnTo>
                  <a:lnTo>
                    <a:pt x="153598" y="5282267"/>
                  </a:lnTo>
                  <a:lnTo>
                    <a:pt x="0" y="5282267"/>
                  </a:lnTo>
                  <a:lnTo>
                    <a:pt x="0" y="0"/>
                  </a:lnTo>
                  <a:lnTo>
                    <a:pt x="4926288" y="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693920" cy="4568825"/>
            </a:xfrm>
            <a:custGeom>
              <a:avLst/>
              <a:gdLst/>
              <a:ahLst/>
              <a:cxnLst/>
              <a:rect l="l" t="t" r="r" b="b"/>
              <a:pathLst>
                <a:path w="4693920" h="4568825">
                  <a:moveTo>
                    <a:pt x="4693815" y="0"/>
                  </a:moveTo>
                  <a:lnTo>
                    <a:pt x="4683107" y="59942"/>
                  </a:lnTo>
                  <a:lnTo>
                    <a:pt x="4673559" y="98042"/>
                  </a:lnTo>
                  <a:lnTo>
                    <a:pt x="4666405" y="134523"/>
                  </a:lnTo>
                  <a:lnTo>
                    <a:pt x="4604702" y="399628"/>
                  </a:lnTo>
                  <a:lnTo>
                    <a:pt x="4595470" y="428242"/>
                  </a:lnTo>
                  <a:lnTo>
                    <a:pt x="4569787" y="529842"/>
                  </a:lnTo>
                  <a:lnTo>
                    <a:pt x="4556401" y="567942"/>
                  </a:lnTo>
                  <a:lnTo>
                    <a:pt x="4542656" y="618742"/>
                  </a:lnTo>
                  <a:lnTo>
                    <a:pt x="4528553" y="656842"/>
                  </a:lnTo>
                  <a:lnTo>
                    <a:pt x="4499279" y="758442"/>
                  </a:lnTo>
                  <a:lnTo>
                    <a:pt x="4484113" y="796542"/>
                  </a:lnTo>
                  <a:lnTo>
                    <a:pt x="4468597" y="847342"/>
                  </a:lnTo>
                  <a:lnTo>
                    <a:pt x="4452732" y="885442"/>
                  </a:lnTo>
                  <a:lnTo>
                    <a:pt x="4436520" y="936242"/>
                  </a:lnTo>
                  <a:lnTo>
                    <a:pt x="4419964" y="974342"/>
                  </a:lnTo>
                  <a:lnTo>
                    <a:pt x="4403065" y="1025142"/>
                  </a:lnTo>
                  <a:lnTo>
                    <a:pt x="4368247" y="1101342"/>
                  </a:lnTo>
                  <a:lnTo>
                    <a:pt x="4350332" y="1152142"/>
                  </a:lnTo>
                  <a:lnTo>
                    <a:pt x="4332082" y="1190242"/>
                  </a:lnTo>
                  <a:lnTo>
                    <a:pt x="4313498" y="1241042"/>
                  </a:lnTo>
                  <a:lnTo>
                    <a:pt x="4275340" y="1317242"/>
                  </a:lnTo>
                  <a:lnTo>
                    <a:pt x="4255769" y="1368042"/>
                  </a:lnTo>
                  <a:lnTo>
                    <a:pt x="4215653" y="1444242"/>
                  </a:lnTo>
                  <a:lnTo>
                    <a:pt x="4195111" y="1495042"/>
                  </a:lnTo>
                  <a:lnTo>
                    <a:pt x="4131577" y="1609342"/>
                  </a:lnTo>
                  <a:lnTo>
                    <a:pt x="4109769" y="1660142"/>
                  </a:lnTo>
                  <a:lnTo>
                    <a:pt x="4019436" y="1812542"/>
                  </a:lnTo>
                  <a:lnTo>
                    <a:pt x="3996087" y="1850642"/>
                  </a:lnTo>
                  <a:lnTo>
                    <a:pt x="3972437" y="1901442"/>
                  </a:lnTo>
                  <a:lnTo>
                    <a:pt x="3874849" y="2053842"/>
                  </a:lnTo>
                  <a:lnTo>
                    <a:pt x="3772578" y="2206242"/>
                  </a:lnTo>
                  <a:lnTo>
                    <a:pt x="3692875" y="2320542"/>
                  </a:lnTo>
                  <a:lnTo>
                    <a:pt x="3665747" y="2345942"/>
                  </a:lnTo>
                  <a:lnTo>
                    <a:pt x="3525984" y="2536442"/>
                  </a:lnTo>
                  <a:lnTo>
                    <a:pt x="3497221" y="2561842"/>
                  </a:lnTo>
                  <a:lnTo>
                    <a:pt x="3409344" y="2676142"/>
                  </a:lnTo>
                  <a:lnTo>
                    <a:pt x="3379529" y="2701542"/>
                  </a:lnTo>
                  <a:lnTo>
                    <a:pt x="3319127" y="2777742"/>
                  </a:lnTo>
                  <a:lnTo>
                    <a:pt x="3288544" y="2803142"/>
                  </a:lnTo>
                  <a:lnTo>
                    <a:pt x="3257709" y="2841242"/>
                  </a:lnTo>
                  <a:lnTo>
                    <a:pt x="3226623" y="2866642"/>
                  </a:lnTo>
                  <a:lnTo>
                    <a:pt x="3163708" y="2942842"/>
                  </a:lnTo>
                  <a:lnTo>
                    <a:pt x="3131882" y="2968242"/>
                  </a:lnTo>
                  <a:lnTo>
                    <a:pt x="3099814" y="3006342"/>
                  </a:lnTo>
                  <a:lnTo>
                    <a:pt x="3034958" y="3057142"/>
                  </a:lnTo>
                  <a:lnTo>
                    <a:pt x="3002174" y="3095242"/>
                  </a:lnTo>
                  <a:lnTo>
                    <a:pt x="2969154" y="3120642"/>
                  </a:lnTo>
                  <a:lnTo>
                    <a:pt x="2935901" y="3158742"/>
                  </a:lnTo>
                  <a:lnTo>
                    <a:pt x="2868705" y="3209542"/>
                  </a:lnTo>
                  <a:lnTo>
                    <a:pt x="2834765" y="3247642"/>
                  </a:lnTo>
                  <a:lnTo>
                    <a:pt x="2766210" y="3298442"/>
                  </a:lnTo>
                  <a:lnTo>
                    <a:pt x="2731600" y="3336542"/>
                  </a:lnTo>
                  <a:lnTo>
                    <a:pt x="2626459" y="3412742"/>
                  </a:lnTo>
                  <a:lnTo>
                    <a:pt x="2590981" y="3450842"/>
                  </a:lnTo>
                  <a:lnTo>
                    <a:pt x="2410455" y="3577842"/>
                  </a:lnTo>
                  <a:lnTo>
                    <a:pt x="2224872" y="3704842"/>
                  </a:lnTo>
                  <a:lnTo>
                    <a:pt x="2034472" y="3831842"/>
                  </a:lnTo>
                  <a:lnTo>
                    <a:pt x="1995835" y="3844542"/>
                  </a:lnTo>
                  <a:lnTo>
                    <a:pt x="1878845" y="3920742"/>
                  </a:lnTo>
                  <a:lnTo>
                    <a:pt x="1839496" y="3933442"/>
                  </a:lnTo>
                  <a:lnTo>
                    <a:pt x="1760278" y="3984242"/>
                  </a:lnTo>
                  <a:lnTo>
                    <a:pt x="1720413" y="3996942"/>
                  </a:lnTo>
                  <a:lnTo>
                    <a:pt x="1640184" y="4047742"/>
                  </a:lnTo>
                  <a:lnTo>
                    <a:pt x="1599822" y="4060442"/>
                  </a:lnTo>
                  <a:lnTo>
                    <a:pt x="1559299" y="4085842"/>
                  </a:lnTo>
                  <a:lnTo>
                    <a:pt x="1518616" y="4098542"/>
                  </a:lnTo>
                  <a:lnTo>
                    <a:pt x="1477774" y="4123942"/>
                  </a:lnTo>
                  <a:lnTo>
                    <a:pt x="1436777" y="4136642"/>
                  </a:lnTo>
                  <a:lnTo>
                    <a:pt x="1395625" y="4162042"/>
                  </a:lnTo>
                  <a:lnTo>
                    <a:pt x="1312867" y="4187442"/>
                  </a:lnTo>
                  <a:lnTo>
                    <a:pt x="1271264" y="4212842"/>
                  </a:lnTo>
                  <a:lnTo>
                    <a:pt x="1187621" y="4238242"/>
                  </a:lnTo>
                  <a:lnTo>
                    <a:pt x="1145585" y="4263642"/>
                  </a:lnTo>
                  <a:lnTo>
                    <a:pt x="1018639" y="4301742"/>
                  </a:lnTo>
                  <a:lnTo>
                    <a:pt x="976051" y="4327142"/>
                  </a:lnTo>
                  <a:lnTo>
                    <a:pt x="411003" y="4492242"/>
                  </a:lnTo>
                  <a:lnTo>
                    <a:pt x="366728" y="4492242"/>
                  </a:lnTo>
                  <a:lnTo>
                    <a:pt x="233273" y="4530342"/>
                  </a:lnTo>
                  <a:lnTo>
                    <a:pt x="188585" y="4530342"/>
                  </a:lnTo>
                  <a:lnTo>
                    <a:pt x="98915" y="4555742"/>
                  </a:lnTo>
                  <a:lnTo>
                    <a:pt x="53937" y="4555742"/>
                  </a:lnTo>
                  <a:lnTo>
                    <a:pt x="8867" y="4568442"/>
                  </a:lnTo>
                  <a:lnTo>
                    <a:pt x="0" y="4568442"/>
                  </a:lnTo>
                  <a:lnTo>
                    <a:pt x="0" y="0"/>
                  </a:lnTo>
                  <a:lnTo>
                    <a:pt x="4693815" y="0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1"/>
              <a:ext cx="4286268" cy="5038161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6357716" y="5598"/>
            <a:ext cx="1930400" cy="10281920"/>
            <a:chOff x="16357716" y="5598"/>
            <a:chExt cx="1930400" cy="10281920"/>
          </a:xfrm>
        </p:grpSpPr>
        <p:sp>
          <p:nvSpPr>
            <p:cNvPr id="7" name="object 7"/>
            <p:cNvSpPr/>
            <p:nvPr/>
          </p:nvSpPr>
          <p:spPr>
            <a:xfrm>
              <a:off x="16357716" y="5598"/>
              <a:ext cx="1701800" cy="10281920"/>
            </a:xfrm>
            <a:custGeom>
              <a:avLst/>
              <a:gdLst/>
              <a:ahLst/>
              <a:cxnLst/>
              <a:rect l="l" t="t" r="r" b="b"/>
              <a:pathLst>
                <a:path w="1701800" h="10281920">
                  <a:moveTo>
                    <a:pt x="1689099" y="4058606"/>
                  </a:moveTo>
                  <a:lnTo>
                    <a:pt x="1689099" y="6694261"/>
                  </a:lnTo>
                  <a:lnTo>
                    <a:pt x="1701799" y="6643634"/>
                  </a:lnTo>
                  <a:lnTo>
                    <a:pt x="1701799" y="4109333"/>
                  </a:lnTo>
                  <a:lnTo>
                    <a:pt x="1689099" y="4058606"/>
                  </a:lnTo>
                  <a:close/>
                </a:path>
                <a:path w="1701800" h="10281920">
                  <a:moveTo>
                    <a:pt x="1676399" y="3551333"/>
                  </a:moveTo>
                  <a:lnTo>
                    <a:pt x="1676399" y="7251151"/>
                  </a:lnTo>
                  <a:lnTo>
                    <a:pt x="1689099" y="7200526"/>
                  </a:lnTo>
                  <a:lnTo>
                    <a:pt x="1689099" y="3602061"/>
                  </a:lnTo>
                  <a:lnTo>
                    <a:pt x="1676399" y="3551333"/>
                  </a:lnTo>
                  <a:close/>
                </a:path>
                <a:path w="1701800" h="10281920">
                  <a:moveTo>
                    <a:pt x="1663699" y="3145504"/>
                  </a:moveTo>
                  <a:lnTo>
                    <a:pt x="1663699" y="7656153"/>
                  </a:lnTo>
                  <a:lnTo>
                    <a:pt x="1676399" y="7605528"/>
                  </a:lnTo>
                  <a:lnTo>
                    <a:pt x="1676399" y="3196233"/>
                  </a:lnTo>
                  <a:lnTo>
                    <a:pt x="1663699" y="3145504"/>
                  </a:lnTo>
                  <a:close/>
                </a:path>
                <a:path w="1701800" h="10281920">
                  <a:moveTo>
                    <a:pt x="1650999" y="2790396"/>
                  </a:moveTo>
                  <a:lnTo>
                    <a:pt x="1650999" y="7959899"/>
                  </a:lnTo>
                  <a:lnTo>
                    <a:pt x="1663699" y="7909275"/>
                  </a:lnTo>
                  <a:lnTo>
                    <a:pt x="1663699" y="2841127"/>
                  </a:lnTo>
                  <a:lnTo>
                    <a:pt x="1650999" y="2790396"/>
                  </a:lnTo>
                  <a:close/>
                </a:path>
                <a:path w="1701800" h="10281920">
                  <a:moveTo>
                    <a:pt x="1638299" y="2536744"/>
                  </a:moveTo>
                  <a:lnTo>
                    <a:pt x="1638299" y="8263640"/>
                  </a:lnTo>
                  <a:lnTo>
                    <a:pt x="1650999" y="8213017"/>
                  </a:lnTo>
                  <a:lnTo>
                    <a:pt x="1650999" y="2587475"/>
                  </a:lnTo>
                  <a:lnTo>
                    <a:pt x="1638299" y="2536744"/>
                  </a:lnTo>
                  <a:close/>
                </a:path>
                <a:path w="1701800" h="10281920">
                  <a:moveTo>
                    <a:pt x="1625599" y="2232357"/>
                  </a:moveTo>
                  <a:lnTo>
                    <a:pt x="1625599" y="8567376"/>
                  </a:lnTo>
                  <a:lnTo>
                    <a:pt x="1638299" y="8516754"/>
                  </a:lnTo>
                  <a:lnTo>
                    <a:pt x="1638299" y="2283088"/>
                  </a:lnTo>
                  <a:lnTo>
                    <a:pt x="1625599" y="2232357"/>
                  </a:lnTo>
                  <a:close/>
                </a:path>
                <a:path w="1701800" h="10281920">
                  <a:moveTo>
                    <a:pt x="1612899" y="1978697"/>
                  </a:moveTo>
                  <a:lnTo>
                    <a:pt x="1612899" y="8820487"/>
                  </a:lnTo>
                  <a:lnTo>
                    <a:pt x="1625599" y="8769865"/>
                  </a:lnTo>
                  <a:lnTo>
                    <a:pt x="1625599" y="2029429"/>
                  </a:lnTo>
                  <a:lnTo>
                    <a:pt x="1612899" y="1978697"/>
                  </a:lnTo>
                  <a:close/>
                </a:path>
                <a:path w="1701800" h="10281920">
                  <a:moveTo>
                    <a:pt x="1600199" y="1775766"/>
                  </a:moveTo>
                  <a:lnTo>
                    <a:pt x="1600199" y="9022973"/>
                  </a:lnTo>
                  <a:lnTo>
                    <a:pt x="1612899" y="8972351"/>
                  </a:lnTo>
                  <a:lnTo>
                    <a:pt x="1612899" y="1826499"/>
                  </a:lnTo>
                  <a:lnTo>
                    <a:pt x="1600199" y="1775766"/>
                  </a:lnTo>
                  <a:close/>
                </a:path>
                <a:path w="1701800" h="10281920">
                  <a:moveTo>
                    <a:pt x="1587499" y="1522100"/>
                  </a:moveTo>
                  <a:lnTo>
                    <a:pt x="1587499" y="9225457"/>
                  </a:lnTo>
                  <a:lnTo>
                    <a:pt x="1600199" y="9174836"/>
                  </a:lnTo>
                  <a:lnTo>
                    <a:pt x="1600199" y="1572833"/>
                  </a:lnTo>
                  <a:lnTo>
                    <a:pt x="1587499" y="1522100"/>
                  </a:lnTo>
                  <a:close/>
                </a:path>
                <a:path w="1701800" h="10281920">
                  <a:moveTo>
                    <a:pt x="1574799" y="1319164"/>
                  </a:moveTo>
                  <a:lnTo>
                    <a:pt x="1574799" y="9478559"/>
                  </a:lnTo>
                  <a:lnTo>
                    <a:pt x="1587499" y="9427939"/>
                  </a:lnTo>
                  <a:lnTo>
                    <a:pt x="1587499" y="1369898"/>
                  </a:lnTo>
                  <a:lnTo>
                    <a:pt x="1574799" y="1319164"/>
                  </a:lnTo>
                  <a:close/>
                </a:path>
                <a:path w="1701800" h="10281920">
                  <a:moveTo>
                    <a:pt x="1562099" y="1116226"/>
                  </a:moveTo>
                  <a:lnTo>
                    <a:pt x="1562099" y="9630419"/>
                  </a:lnTo>
                  <a:lnTo>
                    <a:pt x="1574799" y="9579799"/>
                  </a:lnTo>
                  <a:lnTo>
                    <a:pt x="1574799" y="1166961"/>
                  </a:lnTo>
                  <a:lnTo>
                    <a:pt x="1562099" y="1116226"/>
                  </a:lnTo>
                  <a:close/>
                </a:path>
                <a:path w="1701800" h="10281920">
                  <a:moveTo>
                    <a:pt x="1549399" y="964021"/>
                  </a:moveTo>
                  <a:lnTo>
                    <a:pt x="1549399" y="9832896"/>
                  </a:lnTo>
                  <a:lnTo>
                    <a:pt x="1562099" y="9782277"/>
                  </a:lnTo>
                  <a:lnTo>
                    <a:pt x="1562099" y="1014756"/>
                  </a:lnTo>
                  <a:lnTo>
                    <a:pt x="1549399" y="964021"/>
                  </a:lnTo>
                  <a:close/>
                </a:path>
                <a:path w="1701800" h="10281920">
                  <a:moveTo>
                    <a:pt x="1536699" y="761080"/>
                  </a:moveTo>
                  <a:lnTo>
                    <a:pt x="1536699" y="10035372"/>
                  </a:lnTo>
                  <a:lnTo>
                    <a:pt x="1549399" y="9984753"/>
                  </a:lnTo>
                  <a:lnTo>
                    <a:pt x="1549399" y="811815"/>
                  </a:lnTo>
                  <a:lnTo>
                    <a:pt x="1536699" y="761080"/>
                  </a:lnTo>
                  <a:close/>
                </a:path>
                <a:path w="1701800" h="10281920">
                  <a:moveTo>
                    <a:pt x="1523999" y="608872"/>
                  </a:moveTo>
                  <a:lnTo>
                    <a:pt x="1523999" y="10187228"/>
                  </a:lnTo>
                  <a:lnTo>
                    <a:pt x="1536699" y="10136609"/>
                  </a:lnTo>
                  <a:lnTo>
                    <a:pt x="1536699" y="659608"/>
                  </a:lnTo>
                  <a:lnTo>
                    <a:pt x="1523999" y="608872"/>
                  </a:lnTo>
                  <a:close/>
                </a:path>
                <a:path w="1701800" h="10281920">
                  <a:moveTo>
                    <a:pt x="253999" y="10274439"/>
                  </a:moveTo>
                  <a:lnTo>
                    <a:pt x="253999" y="10281400"/>
                  </a:lnTo>
                  <a:lnTo>
                    <a:pt x="1523999" y="10281400"/>
                  </a:lnTo>
                  <a:lnTo>
                    <a:pt x="1523999" y="507399"/>
                  </a:lnTo>
                  <a:lnTo>
                    <a:pt x="1511299" y="456663"/>
                  </a:lnTo>
                  <a:lnTo>
                    <a:pt x="1511299" y="304452"/>
                  </a:lnTo>
                  <a:lnTo>
                    <a:pt x="1498599" y="253715"/>
                  </a:lnTo>
                  <a:lnTo>
                    <a:pt x="1498599" y="152241"/>
                  </a:lnTo>
                  <a:lnTo>
                    <a:pt x="1485899" y="101503"/>
                  </a:lnTo>
                  <a:lnTo>
                    <a:pt x="1485899" y="28"/>
                  </a:lnTo>
                  <a:lnTo>
                    <a:pt x="1282699" y="24"/>
                  </a:lnTo>
                  <a:lnTo>
                    <a:pt x="1282699" y="6335705"/>
                  </a:lnTo>
                  <a:lnTo>
                    <a:pt x="1269999" y="6372761"/>
                  </a:lnTo>
                  <a:lnTo>
                    <a:pt x="1269999" y="6603665"/>
                  </a:lnTo>
                  <a:lnTo>
                    <a:pt x="1257299" y="6643562"/>
                  </a:lnTo>
                  <a:lnTo>
                    <a:pt x="1257299" y="6765646"/>
                  </a:lnTo>
                  <a:lnTo>
                    <a:pt x="1244599" y="6807132"/>
                  </a:lnTo>
                  <a:lnTo>
                    <a:pt x="1244599" y="6891283"/>
                  </a:lnTo>
                  <a:lnTo>
                    <a:pt x="1231899" y="6933944"/>
                  </a:lnTo>
                  <a:lnTo>
                    <a:pt x="1231899" y="7020430"/>
                  </a:lnTo>
                  <a:lnTo>
                    <a:pt x="1219199" y="7064252"/>
                  </a:lnTo>
                  <a:lnTo>
                    <a:pt x="1219199" y="7108458"/>
                  </a:lnTo>
                  <a:lnTo>
                    <a:pt x="1206499" y="7153046"/>
                  </a:lnTo>
                  <a:lnTo>
                    <a:pt x="1206499" y="7198014"/>
                  </a:lnTo>
                  <a:lnTo>
                    <a:pt x="1193799" y="7243361"/>
                  </a:lnTo>
                  <a:lnTo>
                    <a:pt x="1193799" y="7289086"/>
                  </a:lnTo>
                  <a:lnTo>
                    <a:pt x="1181099" y="7335186"/>
                  </a:lnTo>
                  <a:lnTo>
                    <a:pt x="1181099" y="7381660"/>
                  </a:lnTo>
                  <a:lnTo>
                    <a:pt x="1168399" y="7428507"/>
                  </a:lnTo>
                  <a:lnTo>
                    <a:pt x="1168399" y="7475725"/>
                  </a:lnTo>
                  <a:lnTo>
                    <a:pt x="1142999" y="7571267"/>
                  </a:lnTo>
                  <a:lnTo>
                    <a:pt x="1142999" y="7619589"/>
                  </a:lnTo>
                  <a:lnTo>
                    <a:pt x="1104899" y="7766734"/>
                  </a:lnTo>
                  <a:lnTo>
                    <a:pt x="1104899" y="7816504"/>
                  </a:lnTo>
                  <a:lnTo>
                    <a:pt x="952499" y="8441233"/>
                  </a:lnTo>
                  <a:lnTo>
                    <a:pt x="927099" y="8495536"/>
                  </a:lnTo>
                  <a:lnTo>
                    <a:pt x="888999" y="8660464"/>
                  </a:lnTo>
                  <a:lnTo>
                    <a:pt x="863599" y="8716108"/>
                  </a:lnTo>
                  <a:lnTo>
                    <a:pt x="838199" y="8828388"/>
                  </a:lnTo>
                  <a:lnTo>
                    <a:pt x="812799" y="8885020"/>
                  </a:lnTo>
                  <a:lnTo>
                    <a:pt x="800099" y="8941979"/>
                  </a:lnTo>
                  <a:lnTo>
                    <a:pt x="774699" y="8999263"/>
                  </a:lnTo>
                  <a:lnTo>
                    <a:pt x="761999" y="9056870"/>
                  </a:lnTo>
                  <a:lnTo>
                    <a:pt x="711199" y="9173047"/>
                  </a:lnTo>
                  <a:lnTo>
                    <a:pt x="698499" y="9231614"/>
                  </a:lnTo>
                  <a:lnTo>
                    <a:pt x="622299" y="9409211"/>
                  </a:lnTo>
                  <a:lnTo>
                    <a:pt x="609599" y="9469036"/>
                  </a:lnTo>
                  <a:lnTo>
                    <a:pt x="406399" y="9958681"/>
                  </a:lnTo>
                  <a:lnTo>
                    <a:pt x="368299" y="10021243"/>
                  </a:lnTo>
                  <a:lnTo>
                    <a:pt x="317499" y="10147255"/>
                  </a:lnTo>
                  <a:lnTo>
                    <a:pt x="279399" y="10210701"/>
                  </a:lnTo>
                  <a:lnTo>
                    <a:pt x="253999" y="10274439"/>
                  </a:lnTo>
                  <a:close/>
                </a:path>
                <a:path w="1701800" h="10281920">
                  <a:moveTo>
                    <a:pt x="0" y="0"/>
                  </a:moveTo>
                  <a:lnTo>
                    <a:pt x="0" y="35396"/>
                  </a:lnTo>
                  <a:lnTo>
                    <a:pt x="25399" y="108087"/>
                  </a:lnTo>
                  <a:lnTo>
                    <a:pt x="63499" y="221812"/>
                  </a:lnTo>
                  <a:lnTo>
                    <a:pt x="101599" y="341074"/>
                  </a:lnTo>
                  <a:lnTo>
                    <a:pt x="152399" y="508536"/>
                  </a:lnTo>
                  <a:lnTo>
                    <a:pt x="215899" y="731110"/>
                  </a:lnTo>
                  <a:lnTo>
                    <a:pt x="241299" y="777354"/>
                  </a:lnTo>
                  <a:lnTo>
                    <a:pt x="253999" y="824167"/>
                  </a:lnTo>
                  <a:lnTo>
                    <a:pt x="330199" y="1116771"/>
                  </a:lnTo>
                  <a:lnTo>
                    <a:pt x="355599" y="1167459"/>
                  </a:lnTo>
                  <a:lnTo>
                    <a:pt x="419099" y="1428912"/>
                  </a:lnTo>
                  <a:lnTo>
                    <a:pt x="444499" y="1482780"/>
                  </a:lnTo>
                  <a:lnTo>
                    <a:pt x="507999" y="1759807"/>
                  </a:lnTo>
                  <a:lnTo>
                    <a:pt x="533399" y="1816724"/>
                  </a:lnTo>
                  <a:lnTo>
                    <a:pt x="584199" y="2049312"/>
                  </a:lnTo>
                  <a:lnTo>
                    <a:pt x="609599" y="2108671"/>
                  </a:lnTo>
                  <a:lnTo>
                    <a:pt x="660399" y="2350842"/>
                  </a:lnTo>
                  <a:lnTo>
                    <a:pt x="685799" y="2459725"/>
                  </a:lnTo>
                  <a:lnTo>
                    <a:pt x="711199" y="2536598"/>
                  </a:lnTo>
                  <a:lnTo>
                    <a:pt x="723899" y="2616706"/>
                  </a:lnTo>
                  <a:lnTo>
                    <a:pt x="736599" y="2657921"/>
                  </a:lnTo>
                  <a:lnTo>
                    <a:pt x="774699" y="2785958"/>
                  </a:lnTo>
                  <a:lnTo>
                    <a:pt x="774699" y="2830032"/>
                  </a:lnTo>
                  <a:lnTo>
                    <a:pt x="838199" y="3059927"/>
                  </a:lnTo>
                  <a:lnTo>
                    <a:pt x="838199" y="3107665"/>
                  </a:lnTo>
                  <a:lnTo>
                    <a:pt x="927099" y="3455727"/>
                  </a:lnTo>
                  <a:lnTo>
                    <a:pt x="927099" y="3507185"/>
                  </a:lnTo>
                  <a:lnTo>
                    <a:pt x="1015999" y="3876623"/>
                  </a:lnTo>
                  <a:lnTo>
                    <a:pt x="1015999" y="3930468"/>
                  </a:lnTo>
                  <a:lnTo>
                    <a:pt x="1079499" y="4202351"/>
                  </a:lnTo>
                  <a:lnTo>
                    <a:pt x="1079499" y="4257113"/>
                  </a:lnTo>
                  <a:lnTo>
                    <a:pt x="1117599" y="4421794"/>
                  </a:lnTo>
                  <a:lnTo>
                    <a:pt x="1117599" y="4476750"/>
                  </a:lnTo>
                  <a:lnTo>
                    <a:pt x="1155699" y="4641515"/>
                  </a:lnTo>
                  <a:lnTo>
                    <a:pt x="1155699" y="4696333"/>
                  </a:lnTo>
                  <a:lnTo>
                    <a:pt x="1168399" y="4751063"/>
                  </a:lnTo>
                  <a:lnTo>
                    <a:pt x="1168399" y="4805687"/>
                  </a:lnTo>
                  <a:lnTo>
                    <a:pt x="1193799" y="4914527"/>
                  </a:lnTo>
                  <a:lnTo>
                    <a:pt x="1193799" y="4968703"/>
                  </a:lnTo>
                  <a:lnTo>
                    <a:pt x="1206499" y="5022688"/>
                  </a:lnTo>
                  <a:lnTo>
                    <a:pt x="1206499" y="5076461"/>
                  </a:lnTo>
                  <a:lnTo>
                    <a:pt x="1219199" y="5130002"/>
                  </a:lnTo>
                  <a:lnTo>
                    <a:pt x="1219199" y="5183289"/>
                  </a:lnTo>
                  <a:lnTo>
                    <a:pt x="1231899" y="5236302"/>
                  </a:lnTo>
                  <a:lnTo>
                    <a:pt x="1231899" y="5289021"/>
                  </a:lnTo>
                  <a:lnTo>
                    <a:pt x="1244599" y="5341424"/>
                  </a:lnTo>
                  <a:lnTo>
                    <a:pt x="1244599" y="5393490"/>
                  </a:lnTo>
                  <a:lnTo>
                    <a:pt x="1257299" y="5445199"/>
                  </a:lnTo>
                  <a:lnTo>
                    <a:pt x="1257299" y="5600451"/>
                  </a:lnTo>
                  <a:lnTo>
                    <a:pt x="1269999" y="5627620"/>
                  </a:lnTo>
                  <a:lnTo>
                    <a:pt x="1269999" y="5860945"/>
                  </a:lnTo>
                  <a:lnTo>
                    <a:pt x="1282699" y="5892084"/>
                  </a:lnTo>
                  <a:lnTo>
                    <a:pt x="1282699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D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662689" y="5627"/>
              <a:ext cx="1490345" cy="10281920"/>
            </a:xfrm>
            <a:custGeom>
              <a:avLst/>
              <a:gdLst/>
              <a:ahLst/>
              <a:cxnLst/>
              <a:rect l="l" t="t" r="r" b="b"/>
              <a:pathLst>
                <a:path w="1490344" h="10281920">
                  <a:moveTo>
                    <a:pt x="0" y="0"/>
                  </a:moveTo>
                  <a:lnTo>
                    <a:pt x="35072" y="66011"/>
                  </a:lnTo>
                  <a:lnTo>
                    <a:pt x="69527" y="131744"/>
                  </a:lnTo>
                  <a:lnTo>
                    <a:pt x="103371" y="197196"/>
                  </a:lnTo>
                  <a:lnTo>
                    <a:pt x="136607" y="262367"/>
                  </a:lnTo>
                  <a:lnTo>
                    <a:pt x="169241" y="327254"/>
                  </a:lnTo>
                  <a:lnTo>
                    <a:pt x="201279" y="391856"/>
                  </a:lnTo>
                  <a:lnTo>
                    <a:pt x="232725" y="456172"/>
                  </a:lnTo>
                  <a:lnTo>
                    <a:pt x="263585" y="520199"/>
                  </a:lnTo>
                  <a:lnTo>
                    <a:pt x="293863" y="583936"/>
                  </a:lnTo>
                  <a:lnTo>
                    <a:pt x="323566" y="647382"/>
                  </a:lnTo>
                  <a:lnTo>
                    <a:pt x="352697" y="710535"/>
                  </a:lnTo>
                  <a:lnTo>
                    <a:pt x="381263" y="773394"/>
                  </a:lnTo>
                  <a:lnTo>
                    <a:pt x="409268" y="835956"/>
                  </a:lnTo>
                  <a:lnTo>
                    <a:pt x="436718" y="898220"/>
                  </a:lnTo>
                  <a:lnTo>
                    <a:pt x="463617" y="960185"/>
                  </a:lnTo>
                  <a:lnTo>
                    <a:pt x="489971" y="1021849"/>
                  </a:lnTo>
                  <a:lnTo>
                    <a:pt x="515785" y="1083211"/>
                  </a:lnTo>
                  <a:lnTo>
                    <a:pt x="541064" y="1144268"/>
                  </a:lnTo>
                  <a:lnTo>
                    <a:pt x="565813" y="1205020"/>
                  </a:lnTo>
                  <a:lnTo>
                    <a:pt x="590038" y="1265464"/>
                  </a:lnTo>
                  <a:lnTo>
                    <a:pt x="613743" y="1325600"/>
                  </a:lnTo>
                  <a:lnTo>
                    <a:pt x="636934" y="1385424"/>
                  </a:lnTo>
                  <a:lnTo>
                    <a:pt x="659615" y="1444937"/>
                  </a:lnTo>
                  <a:lnTo>
                    <a:pt x="681793" y="1504136"/>
                  </a:lnTo>
                  <a:lnTo>
                    <a:pt x="703472" y="1563020"/>
                  </a:lnTo>
                  <a:lnTo>
                    <a:pt x="724657" y="1621587"/>
                  </a:lnTo>
                  <a:lnTo>
                    <a:pt x="745354" y="1679836"/>
                  </a:lnTo>
                  <a:lnTo>
                    <a:pt x="765567" y="1737764"/>
                  </a:lnTo>
                  <a:lnTo>
                    <a:pt x="785302" y="1795371"/>
                  </a:lnTo>
                  <a:lnTo>
                    <a:pt x="804563" y="1852654"/>
                  </a:lnTo>
                  <a:lnTo>
                    <a:pt x="823357" y="1909613"/>
                  </a:lnTo>
                  <a:lnTo>
                    <a:pt x="841688" y="1966245"/>
                  </a:lnTo>
                  <a:lnTo>
                    <a:pt x="859562" y="2022550"/>
                  </a:lnTo>
                  <a:lnTo>
                    <a:pt x="876982" y="2078524"/>
                  </a:lnTo>
                  <a:lnTo>
                    <a:pt x="893956" y="2134168"/>
                  </a:lnTo>
                  <a:lnTo>
                    <a:pt x="910487" y="2189479"/>
                  </a:lnTo>
                  <a:lnTo>
                    <a:pt x="926581" y="2244455"/>
                  </a:lnTo>
                  <a:lnTo>
                    <a:pt x="942243" y="2299095"/>
                  </a:lnTo>
                  <a:lnTo>
                    <a:pt x="957479" y="2353398"/>
                  </a:lnTo>
                  <a:lnTo>
                    <a:pt x="972293" y="2407362"/>
                  </a:lnTo>
                  <a:lnTo>
                    <a:pt x="986690" y="2460985"/>
                  </a:lnTo>
                  <a:lnTo>
                    <a:pt x="1000676" y="2514265"/>
                  </a:lnTo>
                  <a:lnTo>
                    <a:pt x="1014256" y="2567202"/>
                  </a:lnTo>
                  <a:lnTo>
                    <a:pt x="1027435" y="2619793"/>
                  </a:lnTo>
                  <a:lnTo>
                    <a:pt x="1040217" y="2672037"/>
                  </a:lnTo>
                  <a:lnTo>
                    <a:pt x="1052610" y="2723933"/>
                  </a:lnTo>
                  <a:lnTo>
                    <a:pt x="1064616" y="2775478"/>
                  </a:lnTo>
                  <a:lnTo>
                    <a:pt x="1076242" y="2826671"/>
                  </a:lnTo>
                  <a:lnTo>
                    <a:pt x="1087493" y="2877511"/>
                  </a:lnTo>
                  <a:lnTo>
                    <a:pt x="1098374" y="2927996"/>
                  </a:lnTo>
                  <a:lnTo>
                    <a:pt x="1108890" y="2978124"/>
                  </a:lnTo>
                  <a:lnTo>
                    <a:pt x="1119046" y="3027894"/>
                  </a:lnTo>
                  <a:lnTo>
                    <a:pt x="1128847" y="3077304"/>
                  </a:lnTo>
                  <a:lnTo>
                    <a:pt x="1138299" y="3126353"/>
                  </a:lnTo>
                  <a:lnTo>
                    <a:pt x="1147406" y="3175038"/>
                  </a:lnTo>
                  <a:lnTo>
                    <a:pt x="1156174" y="3223360"/>
                  </a:lnTo>
                  <a:lnTo>
                    <a:pt x="1164608" y="3271314"/>
                  </a:lnTo>
                  <a:lnTo>
                    <a:pt x="1172713" y="3318901"/>
                  </a:lnTo>
                  <a:lnTo>
                    <a:pt x="1180494" y="3366119"/>
                  </a:lnTo>
                  <a:lnTo>
                    <a:pt x="1187956" y="3412966"/>
                  </a:lnTo>
                  <a:lnTo>
                    <a:pt x="1195105" y="3459440"/>
                  </a:lnTo>
                  <a:lnTo>
                    <a:pt x="1201946" y="3505540"/>
                  </a:lnTo>
                  <a:lnTo>
                    <a:pt x="1208484" y="3551265"/>
                  </a:lnTo>
                  <a:lnTo>
                    <a:pt x="1214723" y="3596612"/>
                  </a:lnTo>
                  <a:lnTo>
                    <a:pt x="1220670" y="3641580"/>
                  </a:lnTo>
                  <a:lnTo>
                    <a:pt x="1226328" y="3686167"/>
                  </a:lnTo>
                  <a:lnTo>
                    <a:pt x="1231705" y="3730373"/>
                  </a:lnTo>
                  <a:lnTo>
                    <a:pt x="1236803" y="3774195"/>
                  </a:lnTo>
                  <a:lnTo>
                    <a:pt x="1241630" y="3817631"/>
                  </a:lnTo>
                  <a:lnTo>
                    <a:pt x="1246189" y="3860681"/>
                  </a:lnTo>
                  <a:lnTo>
                    <a:pt x="1250486" y="3903342"/>
                  </a:lnTo>
                  <a:lnTo>
                    <a:pt x="1254527" y="3945614"/>
                  </a:lnTo>
                  <a:lnTo>
                    <a:pt x="1258315" y="3987493"/>
                  </a:lnTo>
                  <a:lnTo>
                    <a:pt x="1261857" y="4028979"/>
                  </a:lnTo>
                  <a:lnTo>
                    <a:pt x="1265158" y="4070071"/>
                  </a:lnTo>
                  <a:lnTo>
                    <a:pt x="1268222" y="4110766"/>
                  </a:lnTo>
                  <a:lnTo>
                    <a:pt x="1271056" y="4151063"/>
                  </a:lnTo>
                  <a:lnTo>
                    <a:pt x="1273663" y="4190961"/>
                  </a:lnTo>
                  <a:lnTo>
                    <a:pt x="1276050" y="4230457"/>
                  </a:lnTo>
                  <a:lnTo>
                    <a:pt x="1278221" y="4269551"/>
                  </a:lnTo>
                  <a:lnTo>
                    <a:pt x="1280181" y="4308240"/>
                  </a:lnTo>
                  <a:lnTo>
                    <a:pt x="1281936" y="4346523"/>
                  </a:lnTo>
                  <a:lnTo>
                    <a:pt x="1284850" y="4421865"/>
                  </a:lnTo>
                  <a:lnTo>
                    <a:pt x="1287005" y="4495565"/>
                  </a:lnTo>
                  <a:lnTo>
                    <a:pt x="1288441" y="4567608"/>
                  </a:lnTo>
                  <a:lnTo>
                    <a:pt x="1289200" y="4637984"/>
                  </a:lnTo>
                  <a:lnTo>
                    <a:pt x="1289338" y="4672542"/>
                  </a:lnTo>
                  <a:lnTo>
                    <a:pt x="1289323" y="4706678"/>
                  </a:lnTo>
                  <a:lnTo>
                    <a:pt x="1288851" y="4773678"/>
                  </a:lnTo>
                  <a:lnTo>
                    <a:pt x="1287825" y="4838972"/>
                  </a:lnTo>
                  <a:lnTo>
                    <a:pt x="1286286" y="4902547"/>
                  </a:lnTo>
                  <a:lnTo>
                    <a:pt x="1284276" y="4964389"/>
                  </a:lnTo>
                  <a:lnTo>
                    <a:pt x="1281836" y="5024487"/>
                  </a:lnTo>
                  <a:lnTo>
                    <a:pt x="1279007" y="5082828"/>
                  </a:lnTo>
                  <a:lnTo>
                    <a:pt x="1275831" y="5139398"/>
                  </a:lnTo>
                  <a:lnTo>
                    <a:pt x="1272347" y="5194185"/>
                  </a:lnTo>
                  <a:lnTo>
                    <a:pt x="1268599" y="5247177"/>
                  </a:lnTo>
                  <a:lnTo>
                    <a:pt x="1264648" y="5298109"/>
                  </a:lnTo>
                  <a:lnTo>
                    <a:pt x="1260336" y="5349439"/>
                  </a:lnTo>
                  <a:lnTo>
                    <a:pt x="1255672" y="5401148"/>
                  </a:lnTo>
                  <a:lnTo>
                    <a:pt x="1250664" y="5453214"/>
                  </a:lnTo>
                  <a:lnTo>
                    <a:pt x="1245322" y="5505617"/>
                  </a:lnTo>
                  <a:lnTo>
                    <a:pt x="1239656" y="5558335"/>
                  </a:lnTo>
                  <a:lnTo>
                    <a:pt x="1233674" y="5611349"/>
                  </a:lnTo>
                  <a:lnTo>
                    <a:pt x="1227386" y="5664636"/>
                  </a:lnTo>
                  <a:lnTo>
                    <a:pt x="1220801" y="5718177"/>
                  </a:lnTo>
                  <a:lnTo>
                    <a:pt x="1213928" y="5771950"/>
                  </a:lnTo>
                  <a:lnTo>
                    <a:pt x="1206777" y="5825935"/>
                  </a:lnTo>
                  <a:lnTo>
                    <a:pt x="1199357" y="5880111"/>
                  </a:lnTo>
                  <a:lnTo>
                    <a:pt x="1191678" y="5934456"/>
                  </a:lnTo>
                  <a:lnTo>
                    <a:pt x="1183747" y="5988951"/>
                  </a:lnTo>
                  <a:lnTo>
                    <a:pt x="1175576" y="6043575"/>
                  </a:lnTo>
                  <a:lnTo>
                    <a:pt x="1167173" y="6098306"/>
                  </a:lnTo>
                  <a:lnTo>
                    <a:pt x="1158547" y="6153123"/>
                  </a:lnTo>
                  <a:lnTo>
                    <a:pt x="1149708" y="6208007"/>
                  </a:lnTo>
                  <a:lnTo>
                    <a:pt x="1140664" y="6262935"/>
                  </a:lnTo>
                  <a:lnTo>
                    <a:pt x="1131426" y="6317888"/>
                  </a:lnTo>
                  <a:lnTo>
                    <a:pt x="1122002" y="6372845"/>
                  </a:lnTo>
                  <a:lnTo>
                    <a:pt x="1112402" y="6427784"/>
                  </a:lnTo>
                  <a:lnTo>
                    <a:pt x="1102635" y="6482684"/>
                  </a:lnTo>
                  <a:lnTo>
                    <a:pt x="1092711" y="6537526"/>
                  </a:lnTo>
                  <a:lnTo>
                    <a:pt x="1082637" y="6592288"/>
                  </a:lnTo>
                  <a:lnTo>
                    <a:pt x="1072425" y="6646950"/>
                  </a:lnTo>
                  <a:lnTo>
                    <a:pt x="1062083" y="6701489"/>
                  </a:lnTo>
                  <a:lnTo>
                    <a:pt x="1051620" y="6755887"/>
                  </a:lnTo>
                  <a:lnTo>
                    <a:pt x="1041046" y="6810122"/>
                  </a:lnTo>
                  <a:lnTo>
                    <a:pt x="1030370" y="6864172"/>
                  </a:lnTo>
                  <a:lnTo>
                    <a:pt x="1019601" y="6918018"/>
                  </a:lnTo>
                  <a:lnTo>
                    <a:pt x="1008749" y="6971639"/>
                  </a:lnTo>
                  <a:lnTo>
                    <a:pt x="997822" y="7025013"/>
                  </a:lnTo>
                  <a:lnTo>
                    <a:pt x="986830" y="7078120"/>
                  </a:lnTo>
                  <a:lnTo>
                    <a:pt x="975783" y="7130938"/>
                  </a:lnTo>
                  <a:lnTo>
                    <a:pt x="964690" y="7183448"/>
                  </a:lnTo>
                  <a:lnTo>
                    <a:pt x="953559" y="7235629"/>
                  </a:lnTo>
                  <a:lnTo>
                    <a:pt x="942400" y="7287459"/>
                  </a:lnTo>
                  <a:lnTo>
                    <a:pt x="931223" y="7338917"/>
                  </a:lnTo>
                  <a:lnTo>
                    <a:pt x="920037" y="7389984"/>
                  </a:lnTo>
                  <a:lnTo>
                    <a:pt x="908851" y="7440638"/>
                  </a:lnTo>
                  <a:lnTo>
                    <a:pt x="897674" y="7490858"/>
                  </a:lnTo>
                  <a:lnTo>
                    <a:pt x="886515" y="7540623"/>
                  </a:lnTo>
                  <a:lnTo>
                    <a:pt x="875384" y="7589913"/>
                  </a:lnTo>
                  <a:lnTo>
                    <a:pt x="864291" y="7638707"/>
                  </a:lnTo>
                  <a:lnTo>
                    <a:pt x="853244" y="7686983"/>
                  </a:lnTo>
                  <a:lnTo>
                    <a:pt x="842252" y="7734722"/>
                  </a:lnTo>
                  <a:lnTo>
                    <a:pt x="831326" y="7781903"/>
                  </a:lnTo>
                  <a:lnTo>
                    <a:pt x="809705" y="7874504"/>
                  </a:lnTo>
                  <a:lnTo>
                    <a:pt x="788455" y="7964621"/>
                  </a:lnTo>
                  <a:lnTo>
                    <a:pt x="767650" y="8052087"/>
                  </a:lnTo>
                  <a:lnTo>
                    <a:pt x="747365" y="8136736"/>
                  </a:lnTo>
                  <a:lnTo>
                    <a:pt x="718074" y="8258062"/>
                  </a:lnTo>
                  <a:lnTo>
                    <a:pt x="672904" y="8443824"/>
                  </a:lnTo>
                  <a:lnTo>
                    <a:pt x="657907" y="8505070"/>
                  </a:lnTo>
                  <a:lnTo>
                    <a:pt x="642892" y="8565850"/>
                  </a:lnTo>
                  <a:lnTo>
                    <a:pt x="627864" y="8626160"/>
                  </a:lnTo>
                  <a:lnTo>
                    <a:pt x="612827" y="8685996"/>
                  </a:lnTo>
                  <a:lnTo>
                    <a:pt x="597784" y="8745354"/>
                  </a:lnTo>
                  <a:lnTo>
                    <a:pt x="582740" y="8804232"/>
                  </a:lnTo>
                  <a:lnTo>
                    <a:pt x="567697" y="8862625"/>
                  </a:lnTo>
                  <a:lnTo>
                    <a:pt x="552661" y="8920529"/>
                  </a:lnTo>
                  <a:lnTo>
                    <a:pt x="537634" y="8977942"/>
                  </a:lnTo>
                  <a:lnTo>
                    <a:pt x="522621" y="9034859"/>
                  </a:lnTo>
                  <a:lnTo>
                    <a:pt x="507626" y="9091278"/>
                  </a:lnTo>
                  <a:lnTo>
                    <a:pt x="492651" y="9147193"/>
                  </a:lnTo>
                  <a:lnTo>
                    <a:pt x="477702" y="9202602"/>
                  </a:lnTo>
                  <a:lnTo>
                    <a:pt x="462782" y="9257501"/>
                  </a:lnTo>
                  <a:lnTo>
                    <a:pt x="447894" y="9311886"/>
                  </a:lnTo>
                  <a:lnTo>
                    <a:pt x="433044" y="9365754"/>
                  </a:lnTo>
                  <a:lnTo>
                    <a:pt x="418233" y="9419102"/>
                  </a:lnTo>
                  <a:lnTo>
                    <a:pt x="403467" y="9471924"/>
                  </a:lnTo>
                  <a:lnTo>
                    <a:pt x="388749" y="9524218"/>
                  </a:lnTo>
                  <a:lnTo>
                    <a:pt x="374083" y="9575981"/>
                  </a:lnTo>
                  <a:lnTo>
                    <a:pt x="359473" y="9627208"/>
                  </a:lnTo>
                  <a:lnTo>
                    <a:pt x="344923" y="9677896"/>
                  </a:lnTo>
                  <a:lnTo>
                    <a:pt x="330436" y="9728041"/>
                  </a:lnTo>
                  <a:lnTo>
                    <a:pt x="316016" y="9777640"/>
                  </a:lnTo>
                  <a:lnTo>
                    <a:pt x="301668" y="9826689"/>
                  </a:lnTo>
                  <a:lnTo>
                    <a:pt x="287394" y="9875184"/>
                  </a:lnTo>
                  <a:lnTo>
                    <a:pt x="273200" y="9923123"/>
                  </a:lnTo>
                  <a:lnTo>
                    <a:pt x="259088" y="9970500"/>
                  </a:lnTo>
                  <a:lnTo>
                    <a:pt x="245062" y="10017312"/>
                  </a:lnTo>
                  <a:lnTo>
                    <a:pt x="231127" y="10063557"/>
                  </a:lnTo>
                  <a:lnTo>
                    <a:pt x="217286" y="10109230"/>
                  </a:lnTo>
                  <a:lnTo>
                    <a:pt x="203543" y="10154327"/>
                  </a:lnTo>
                  <a:lnTo>
                    <a:pt x="189902" y="10198846"/>
                  </a:lnTo>
                  <a:lnTo>
                    <a:pt x="176366" y="10242781"/>
                  </a:lnTo>
                  <a:lnTo>
                    <a:pt x="164414" y="10281372"/>
                  </a:lnTo>
                  <a:lnTo>
                    <a:pt x="1484641" y="10281372"/>
                  </a:lnTo>
                  <a:lnTo>
                    <a:pt x="1479305" y="9677027"/>
                  </a:lnTo>
                  <a:lnTo>
                    <a:pt x="1474636" y="9067429"/>
                  </a:lnTo>
                  <a:lnTo>
                    <a:pt x="1470684" y="8457838"/>
                  </a:lnTo>
                  <a:lnTo>
                    <a:pt x="1467448" y="7848252"/>
                  </a:lnTo>
                  <a:lnTo>
                    <a:pt x="1464928" y="7238673"/>
                  </a:lnTo>
                  <a:lnTo>
                    <a:pt x="1463125" y="6629100"/>
                  </a:lnTo>
                  <a:lnTo>
                    <a:pt x="1462038" y="6019532"/>
                  </a:lnTo>
                  <a:lnTo>
                    <a:pt x="1461667" y="5409971"/>
                  </a:lnTo>
                  <a:lnTo>
                    <a:pt x="1462015" y="4798656"/>
                  </a:lnTo>
                  <a:lnTo>
                    <a:pt x="1463085" y="4186081"/>
                  </a:lnTo>
                  <a:lnTo>
                    <a:pt x="1464877" y="3573500"/>
                  </a:lnTo>
                  <a:lnTo>
                    <a:pt x="1467391" y="2960914"/>
                  </a:lnTo>
                  <a:lnTo>
                    <a:pt x="1470627" y="2348322"/>
                  </a:lnTo>
                  <a:lnTo>
                    <a:pt x="1474586" y="1735724"/>
                  </a:lnTo>
                  <a:lnTo>
                    <a:pt x="1479267" y="1123121"/>
                  </a:lnTo>
                  <a:lnTo>
                    <a:pt x="1484671" y="510511"/>
                  </a:lnTo>
                  <a:lnTo>
                    <a:pt x="1489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AF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167246" y="5626"/>
              <a:ext cx="1120775" cy="10281920"/>
            </a:xfrm>
            <a:custGeom>
              <a:avLst/>
              <a:gdLst/>
              <a:ahLst/>
              <a:cxnLst/>
              <a:rect l="l" t="t" r="r" b="b"/>
              <a:pathLst>
                <a:path w="1120775" h="10281920">
                  <a:moveTo>
                    <a:pt x="182879" y="10281372"/>
                  </a:moveTo>
                  <a:lnTo>
                    <a:pt x="1120753" y="10281372"/>
                  </a:lnTo>
                  <a:lnTo>
                    <a:pt x="1120753" y="0"/>
                  </a:lnTo>
                  <a:lnTo>
                    <a:pt x="961116" y="0"/>
                  </a:lnTo>
                  <a:lnTo>
                    <a:pt x="961116" y="5533387"/>
                  </a:lnTo>
                  <a:lnTo>
                    <a:pt x="960920" y="5588337"/>
                  </a:lnTo>
                  <a:lnTo>
                    <a:pt x="960522" y="5643807"/>
                  </a:lnTo>
                  <a:lnTo>
                    <a:pt x="959924" y="5697485"/>
                  </a:lnTo>
                  <a:lnTo>
                    <a:pt x="959924" y="5699271"/>
                  </a:lnTo>
                  <a:lnTo>
                    <a:pt x="959127" y="5752938"/>
                  </a:lnTo>
                  <a:lnTo>
                    <a:pt x="959127" y="5754620"/>
                  </a:lnTo>
                  <a:lnTo>
                    <a:pt x="951564" y="6046870"/>
                  </a:lnTo>
                  <a:lnTo>
                    <a:pt x="938570" y="6335773"/>
                  </a:lnTo>
                  <a:lnTo>
                    <a:pt x="919792" y="6627945"/>
                  </a:lnTo>
                  <a:lnTo>
                    <a:pt x="894999" y="6923281"/>
                  </a:lnTo>
                  <a:lnTo>
                    <a:pt x="870681" y="7161756"/>
                  </a:lnTo>
                  <a:lnTo>
                    <a:pt x="842249" y="7402132"/>
                  </a:lnTo>
                  <a:lnTo>
                    <a:pt x="809586" y="7644356"/>
                  </a:lnTo>
                  <a:lnTo>
                    <a:pt x="772574" y="7888373"/>
                  </a:lnTo>
                  <a:lnTo>
                    <a:pt x="731096" y="8134127"/>
                  </a:lnTo>
                  <a:lnTo>
                    <a:pt x="685034" y="8381565"/>
                  </a:lnTo>
                  <a:lnTo>
                    <a:pt x="631432" y="8643790"/>
                  </a:lnTo>
                  <a:lnTo>
                    <a:pt x="575976" y="8892853"/>
                  </a:lnTo>
                  <a:lnTo>
                    <a:pt x="516341" y="9140724"/>
                  </a:lnTo>
                  <a:lnTo>
                    <a:pt x="452527" y="9387403"/>
                  </a:lnTo>
                  <a:lnTo>
                    <a:pt x="384534" y="9632891"/>
                  </a:lnTo>
                  <a:lnTo>
                    <a:pt x="312362" y="9877186"/>
                  </a:lnTo>
                  <a:lnTo>
                    <a:pt x="236012" y="10120290"/>
                  </a:lnTo>
                  <a:lnTo>
                    <a:pt x="182879" y="10281372"/>
                  </a:lnTo>
                  <a:close/>
                </a:path>
                <a:path w="1120775" h="10281920">
                  <a:moveTo>
                    <a:pt x="0" y="0"/>
                  </a:moveTo>
                  <a:lnTo>
                    <a:pt x="79510" y="233025"/>
                  </a:lnTo>
                  <a:lnTo>
                    <a:pt x="170679" y="513773"/>
                  </a:lnTo>
                  <a:lnTo>
                    <a:pt x="261265" y="809499"/>
                  </a:lnTo>
                  <a:lnTo>
                    <a:pt x="350328" y="1119766"/>
                  </a:lnTo>
                  <a:lnTo>
                    <a:pt x="426270" y="1402834"/>
                  </a:lnTo>
                  <a:lnTo>
                    <a:pt x="499696" y="1696408"/>
                  </a:lnTo>
                  <a:lnTo>
                    <a:pt x="569976" y="2000196"/>
                  </a:lnTo>
                  <a:lnTo>
                    <a:pt x="636479" y="2313904"/>
                  </a:lnTo>
                  <a:lnTo>
                    <a:pt x="689999" y="2590471"/>
                  </a:lnTo>
                  <a:lnTo>
                    <a:pt x="739885" y="2873927"/>
                  </a:lnTo>
                  <a:lnTo>
                    <a:pt x="785739" y="3164089"/>
                  </a:lnTo>
                  <a:lnTo>
                    <a:pt x="827166" y="3460771"/>
                  </a:lnTo>
                  <a:lnTo>
                    <a:pt x="863768" y="3763790"/>
                  </a:lnTo>
                  <a:lnTo>
                    <a:pt x="895149" y="4072961"/>
                  </a:lnTo>
                  <a:lnTo>
                    <a:pt x="920911" y="4388101"/>
                  </a:lnTo>
                  <a:lnTo>
                    <a:pt x="937802" y="4655143"/>
                  </a:lnTo>
                  <a:lnTo>
                    <a:pt x="950286" y="4926095"/>
                  </a:lnTo>
                  <a:lnTo>
                    <a:pt x="958134" y="5200851"/>
                  </a:lnTo>
                  <a:lnTo>
                    <a:pt x="961116" y="5479303"/>
                  </a:lnTo>
                  <a:lnTo>
                    <a:pt x="96111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67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" y="-10652"/>
            <a:ext cx="3273579" cy="209693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2481" y="9068112"/>
            <a:ext cx="3238499" cy="82867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80792" y="4365719"/>
            <a:ext cx="6400165" cy="1460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400" b="1" spc="-110" dirty="0">
                <a:latin typeface="Bookman Old Style"/>
                <a:cs typeface="Bookman Old Style"/>
              </a:rPr>
              <a:t>Thank</a:t>
            </a:r>
            <a:r>
              <a:rPr sz="9400" b="1" spc="-675" dirty="0">
                <a:latin typeface="Bookman Old Style"/>
                <a:cs typeface="Bookman Old Style"/>
              </a:rPr>
              <a:t> </a:t>
            </a:r>
            <a:r>
              <a:rPr sz="9400" b="1" spc="-1535" dirty="0">
                <a:latin typeface="Bookman Old Style"/>
                <a:cs typeface="Bookman Old Style"/>
              </a:rPr>
              <a:t>Y</a:t>
            </a:r>
            <a:r>
              <a:rPr sz="9400" b="1" spc="-114" dirty="0">
                <a:latin typeface="Bookman Old Style"/>
                <a:cs typeface="Bookman Old Style"/>
              </a:rPr>
              <a:t>o</a:t>
            </a:r>
            <a:r>
              <a:rPr sz="9400" b="1" spc="-105" dirty="0">
                <a:latin typeface="Bookman Old Style"/>
                <a:cs typeface="Bookman Old Style"/>
              </a:rPr>
              <a:t>u</a:t>
            </a:r>
            <a:endParaRPr sz="9400">
              <a:latin typeface="Bookman Old Style"/>
              <a:cs typeface="Bookman Old Sty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6FE8DB0-8E64-4A7E-8CAC-0C25F6F86E7C}"/>
</file>

<file path=customXml/itemProps2.xml><?xml version="1.0" encoding="utf-8"?>
<ds:datastoreItem xmlns:ds="http://schemas.openxmlformats.org/officeDocument/2006/customXml" ds:itemID="{E7D3ECB0-E6F1-4249-BD80-954F72AB389C}"/>
</file>

<file path=customXml/itemProps3.xml><?xml version="1.0" encoding="utf-8"?>
<ds:datastoreItem xmlns:ds="http://schemas.openxmlformats.org/officeDocument/2006/customXml" ds:itemID="{B1E8973E-9857-4D25-805F-2A4389E3A74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1014</Words>
  <Application>Microsoft Office PowerPoint</Application>
  <PresentationFormat>Custom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Bookman Old Style</vt:lpstr>
      <vt:lpstr>Century</vt:lpstr>
      <vt:lpstr>Century Gothic</vt:lpstr>
      <vt:lpstr>Office Theme</vt:lpstr>
      <vt:lpstr>An AI-Driven Decision Support System for Tomato Cultivation in srilanka</vt:lpstr>
      <vt:lpstr>PowerPoint Presentation</vt:lpstr>
      <vt:lpstr>DESIGN EXCELLENCE OF THE OVERALL SOLUTION</vt:lpstr>
      <vt:lpstr>NUTRIENT DEFICIENCY DETECTION &amp; TOMATO FRUIT DISEASE DETECTION</vt:lpstr>
      <vt:lpstr>PowerPoint Presentation</vt:lpstr>
      <vt:lpstr>PowerPoint Presentation</vt:lpstr>
      <vt:lpstr>PowerPoint Presentation</vt:lpstr>
      <vt:lpstr>Component 02: Multi-Disease Co-occurrence Detection in Tomato Leaves</vt:lpstr>
      <vt:lpstr>PROBLEM AND HOW ADDRESSED</vt:lpstr>
      <vt:lpstr>Design Excellence / Contribution</vt:lpstr>
      <vt:lpstr>AI-driven Disease Monitoring and Treatment Efficacy platform</vt:lpstr>
      <vt:lpstr>The Solution &amp; Flow</vt:lpstr>
      <vt:lpstr>PowerPoint Presentation</vt:lpstr>
      <vt:lpstr>PowerPoint Presentation</vt:lpstr>
      <vt:lpstr>PROBLEM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AI-Driven Decision Support System for Tomato Cultivation in srilanka</dc:title>
  <dc:creator>U Kajanthan</dc:creator>
  <cp:keywords>DAHJo245j-8,BAG0IxV2xLw,0</cp:keywords>
  <cp:lastModifiedBy>VITHUSHA.P it22208262</cp:lastModifiedBy>
  <cp:revision>2</cp:revision>
  <dcterms:created xsi:type="dcterms:W3CDTF">2026-05-15T04:13:36Z</dcterms:created>
  <dcterms:modified xsi:type="dcterms:W3CDTF">2026-05-15T04:15:39Z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2026-05-15T00:00:00Z</vt:filetime>
  </property>
  <property fmtid="{D5CDD505-2E9C-101B-9397-08002B2CF9AE}" pid="5" name="Producer">
    <vt:lpwstr>Canva</vt:lpwstr>
  </property>
  <property fmtid="{D5CDD505-2E9C-101B-9397-08002B2CF9AE}" pid="6" name="ContentTypeId">
    <vt:lpwstr>0x0101003C351CF19874D54390B54B723E8A2D43</vt:lpwstr>
  </property>
</Properties>
</file>